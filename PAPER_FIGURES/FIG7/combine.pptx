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78B4"/>
    <a:srgbClr val="32A02C"/>
    <a:srgbClr val="FEB863"/>
    <a:srgbClr val="B3ABD2"/>
    <a:srgbClr val="E66100"/>
    <a:srgbClr val="5E3C99"/>
    <a:srgbClr val="1E77B4"/>
    <a:srgbClr val="FFA5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2"/>
    <p:restoredTop sz="94694"/>
  </p:normalViewPr>
  <p:slideViewPr>
    <p:cSldViewPr snapToGrid="0">
      <p:cViewPr>
        <p:scale>
          <a:sx n="85" d="100"/>
          <a:sy n="85" d="100"/>
        </p:scale>
        <p:origin x="488" y="9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C4F50-3463-DFA8-38D8-8B0C89DD37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1E42C8-DECB-85C3-077A-423AC5530C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1A2585-9C32-339C-FC96-873249ED0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7EC7-1F0E-664A-BB84-5B4326A6F9F2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823E4A-6A76-33EE-DDD4-A048E1F3B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B46C07-38B4-9319-AC61-14D8C9162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683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FCC81-2B4A-2F12-E923-9BBCB767B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F7501-F19C-1C1B-5054-CFC97E8404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5334F4-5B9D-AA94-D919-4A1B5D032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7EC7-1F0E-664A-BB84-5B4326A6F9F2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C65659-80CB-57A4-194B-9E943BE72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CBE3A9-6868-0EBC-91FC-C0E551AA9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204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D846E-F45C-A388-A0AC-D21659D61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7CB77D-40D7-8C67-1EF2-E33C2801D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4F3DBF-CB53-69B6-42D2-22185ED33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7EC7-1F0E-664A-BB84-5B4326A6F9F2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D6B7E-5175-14BB-A1BA-FD7AA9D04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D4CFF5-9456-1505-A271-2C3D91AE5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1780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D3091-3077-F697-25A4-B0F3DFD54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D0923-041A-65A1-0B11-60C2B88703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C15772-CA06-FBAF-B50D-3ED15EF4FC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D3AADB-76E8-29CD-1EB3-E73282156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7EC7-1F0E-664A-BB84-5B4326A6F9F2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F8826A-2615-F3E7-7D38-0E3DFDD41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0608B1-879A-20BC-3A5D-8CAF7F382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359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CD38-16E7-9633-06F0-6A8EBD71E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66E413-212B-673D-0B58-0C3581379D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367C3C-3DC2-4E94-9DB5-36D7C60998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F9483E-1769-6CEA-5D1E-BE3F8A653C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F21EA8-E29B-B709-3CBD-AB4B703AF5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356F65-1E60-B932-46B0-FAA9ADFF3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7EC7-1F0E-664A-BB84-5B4326A6F9F2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EF1940-6E2D-3890-4F06-6A4063498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0EE05F-F9B2-96D9-E9D9-32A1D5E2F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2975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58FD6-576E-5FB3-6A65-BA6F8E874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0415DE-6566-FEA1-BFB9-9CA14C483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7EC7-1F0E-664A-BB84-5B4326A6F9F2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11FDB-EF94-F23E-726D-E18504450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8AD829-A29C-A15D-2641-F39FC61BC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317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6BD858-F309-8950-B732-38D8F89F1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7EC7-1F0E-664A-BB84-5B4326A6F9F2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85E37B-186C-46B2-AABB-2804B3AA5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B85A5D-CB62-0176-A05B-9676096D5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072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4C716-FF97-B165-E414-C2134F135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1407A-ADD5-7BFC-B5B1-4511D8A9A5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D702E6-AD92-B04B-DE2D-7AFD58B709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261832-15BE-863C-21A5-90DAAE73A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7EC7-1F0E-664A-BB84-5B4326A6F9F2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B0D208-E495-1D89-CD52-AF1A02EC3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4A3535-2ED4-A01D-A07B-45CACB72C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834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777D6-339F-ABE2-A367-ADD55F803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EB314B-B90D-7ACD-2A9A-41822EF597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244A58-550B-D03F-D178-4422A80068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7981BC-87F2-28C0-9019-27F2BB6D3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7EC7-1F0E-664A-BB84-5B4326A6F9F2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D515DA-B07A-0D46-D3C5-7BBD5529A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3907BF-AEA6-92C1-380C-60EE588EB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03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9B21C-B3BF-FF1C-7634-D0ED497B1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1F1408-D084-3A50-3BFB-9AF5A8F729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61A2C7-1A8B-356D-8253-95BE466D0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7EC7-1F0E-664A-BB84-5B4326A6F9F2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49BF69-BE1B-C4C1-E3A3-AC941E6AB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761564-5612-7515-A05F-FBD3C9B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487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46F584-6243-8E6C-B4FE-008D776143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4F5A8D-2AF9-FE96-2DD8-10D601D6A2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F1B223-A004-4D3C-635F-062D16342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7EC7-1F0E-664A-BB84-5B4326A6F9F2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67423C-DAF4-005A-D15D-4F991D3C5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2C3A54-8163-D9BF-6A72-FFAE38EB5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86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4D0796-B473-3237-6EFE-40F3610AA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EAC214-A079-3DDB-B9D0-51DBFFA4B7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E75F25-B82C-9B2B-3526-B2716C2AC5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F07EC7-1F0E-664A-BB84-5B4326A6F9F2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AAD8C4-DABD-250E-A1D3-9C1AE2F350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C4C61D-2095-1327-7F54-C98DD280CE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043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16566FA-9C32-D8D9-9AB1-E97C72F7EB63}"/>
              </a:ext>
            </a:extLst>
          </p:cNvPr>
          <p:cNvSpPr/>
          <p:nvPr/>
        </p:nvSpPr>
        <p:spPr>
          <a:xfrm>
            <a:off x="6858000" y="3802"/>
            <a:ext cx="1170878" cy="38862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3496D9C-D77C-CA1B-975B-A1622D969DB4}"/>
              </a:ext>
            </a:extLst>
          </p:cNvPr>
          <p:cNvSpPr/>
          <p:nvPr/>
        </p:nvSpPr>
        <p:spPr>
          <a:xfrm>
            <a:off x="10407805" y="105402"/>
            <a:ext cx="1170878" cy="38862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F52E94B-6DAE-DB8B-3522-27556C320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-111168"/>
            <a:ext cx="4572000" cy="27432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01808CB-F3A1-7F88-3AC5-A2C3F80F88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517062"/>
            <a:ext cx="7772400" cy="38862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E2057ACD-C7F9-3BE3-F9FD-4F4AE23CE11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0960"/>
          <a:stretch/>
        </p:blipFill>
        <p:spPr>
          <a:xfrm>
            <a:off x="6858000" y="141677"/>
            <a:ext cx="689821" cy="2375385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FF260493-A916-A1AB-A9B2-1734A0F34500}"/>
              </a:ext>
            </a:extLst>
          </p:cNvPr>
          <p:cNvSpPr/>
          <p:nvPr/>
        </p:nvSpPr>
        <p:spPr>
          <a:xfrm>
            <a:off x="6442368" y="2266402"/>
            <a:ext cx="507028" cy="2021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376F39-192E-39A1-7900-7CD73E07E216}"/>
              </a:ext>
            </a:extLst>
          </p:cNvPr>
          <p:cNvSpPr txBox="1"/>
          <p:nvPr/>
        </p:nvSpPr>
        <p:spPr>
          <a:xfrm>
            <a:off x="2194604" y="105402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(A)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520E3C3-5704-A5F2-08A0-9826C793141C}"/>
              </a:ext>
            </a:extLst>
          </p:cNvPr>
          <p:cNvSpPr txBox="1"/>
          <p:nvPr/>
        </p:nvSpPr>
        <p:spPr>
          <a:xfrm>
            <a:off x="1208467" y="2632032"/>
            <a:ext cx="1531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(B) GMSL0.1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D163067-5C92-62F1-1703-1F3289F88B45}"/>
              </a:ext>
            </a:extLst>
          </p:cNvPr>
          <p:cNvSpPr txBox="1"/>
          <p:nvPr/>
        </p:nvSpPr>
        <p:spPr>
          <a:xfrm>
            <a:off x="4656856" y="2655888"/>
            <a:ext cx="1544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(C) GMSL1.5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2F206A7-551C-DA93-84A2-47771792154A}"/>
              </a:ext>
            </a:extLst>
          </p:cNvPr>
          <p:cNvSpPr txBox="1"/>
          <p:nvPr/>
        </p:nvSpPr>
        <p:spPr>
          <a:xfrm>
            <a:off x="1202056" y="4472084"/>
            <a:ext cx="1544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(D) GMSL0.3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521C878-B75F-2562-EF5C-934D3AAB741E}"/>
              </a:ext>
            </a:extLst>
          </p:cNvPr>
          <p:cNvSpPr txBox="1"/>
          <p:nvPr/>
        </p:nvSpPr>
        <p:spPr>
          <a:xfrm>
            <a:off x="4656855" y="4472084"/>
            <a:ext cx="1531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(E) GMSL3.5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74112D6-C27D-905A-4536-4F6BAB02AC08}"/>
              </a:ext>
            </a:extLst>
          </p:cNvPr>
          <p:cNvSpPr/>
          <p:nvPr/>
        </p:nvSpPr>
        <p:spPr>
          <a:xfrm>
            <a:off x="3155287" y="2715151"/>
            <a:ext cx="1323786" cy="2480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B29A3B0-FEE2-2EDD-0442-B914C860B87B}"/>
              </a:ext>
            </a:extLst>
          </p:cNvPr>
          <p:cNvSpPr/>
          <p:nvPr/>
        </p:nvSpPr>
        <p:spPr>
          <a:xfrm>
            <a:off x="6561413" y="2703593"/>
            <a:ext cx="1323786" cy="2480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741DB0-11A7-9DD9-06C9-4308AD67EDD5}"/>
              </a:ext>
            </a:extLst>
          </p:cNvPr>
          <p:cNvSpPr/>
          <p:nvPr/>
        </p:nvSpPr>
        <p:spPr>
          <a:xfrm>
            <a:off x="3155287" y="4532711"/>
            <a:ext cx="1323786" cy="2480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97FBDF-297C-E22E-7AD7-63CB0539E201}"/>
              </a:ext>
            </a:extLst>
          </p:cNvPr>
          <p:cNvSpPr/>
          <p:nvPr/>
        </p:nvSpPr>
        <p:spPr>
          <a:xfrm>
            <a:off x="6642498" y="4535896"/>
            <a:ext cx="1323786" cy="2480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052DBE4-1FB5-684D-501F-2F0C19EB73C0}"/>
              </a:ext>
            </a:extLst>
          </p:cNvPr>
          <p:cNvGrpSpPr/>
          <p:nvPr/>
        </p:nvGrpSpPr>
        <p:grpSpPr>
          <a:xfrm>
            <a:off x="2048448" y="6387696"/>
            <a:ext cx="4861249" cy="385720"/>
            <a:chOff x="1884784" y="6366879"/>
            <a:chExt cx="4861249" cy="38572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FE49791-B95A-B2B7-486E-4A11C71F93D4}"/>
                </a:ext>
              </a:extLst>
            </p:cNvPr>
            <p:cNvSpPr/>
            <p:nvPr/>
          </p:nvSpPr>
          <p:spPr>
            <a:xfrm>
              <a:off x="2058478" y="6481771"/>
              <a:ext cx="454429" cy="166254"/>
            </a:xfrm>
            <a:prstGeom prst="rect">
              <a:avLst/>
            </a:prstGeom>
            <a:solidFill>
              <a:srgbClr val="2078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82C3737-33CE-3C2E-684C-7DC95711E673}"/>
                </a:ext>
              </a:extLst>
            </p:cNvPr>
            <p:cNvSpPr/>
            <p:nvPr/>
          </p:nvSpPr>
          <p:spPr>
            <a:xfrm>
              <a:off x="3330049" y="6487158"/>
              <a:ext cx="454429" cy="166254"/>
            </a:xfrm>
            <a:prstGeom prst="rect">
              <a:avLst/>
            </a:prstGeom>
            <a:pattFill prst="wdUpDiag">
              <a:fgClr>
                <a:srgbClr val="2078B4"/>
              </a:fgClr>
              <a:bgClr>
                <a:schemeClr val="bg1"/>
              </a:bgClr>
            </a:pattFill>
            <a:ln>
              <a:solidFill>
                <a:srgbClr val="2078B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535A852-7C9B-0BA6-545A-856BF5CAC4DE}"/>
                </a:ext>
              </a:extLst>
            </p:cNvPr>
            <p:cNvSpPr/>
            <p:nvPr/>
          </p:nvSpPr>
          <p:spPr>
            <a:xfrm>
              <a:off x="4609112" y="6481771"/>
              <a:ext cx="454429" cy="166254"/>
            </a:xfrm>
            <a:prstGeom prst="rect">
              <a:avLst/>
            </a:prstGeom>
            <a:solidFill>
              <a:srgbClr val="32A02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6D82ACA-9014-F3C4-89F5-0BBBB577F7CA}"/>
                </a:ext>
              </a:extLst>
            </p:cNvPr>
            <p:cNvSpPr/>
            <p:nvPr/>
          </p:nvSpPr>
          <p:spPr>
            <a:xfrm>
              <a:off x="5876029" y="6481771"/>
              <a:ext cx="454429" cy="166254"/>
            </a:xfrm>
            <a:prstGeom prst="rect">
              <a:avLst/>
            </a:prstGeom>
            <a:pattFill prst="wdUpDiag">
              <a:fgClr>
                <a:srgbClr val="32A02C"/>
              </a:fgClr>
              <a:bgClr>
                <a:schemeClr val="bg1"/>
              </a:bgClr>
            </a:pattFill>
            <a:ln>
              <a:solidFill>
                <a:srgbClr val="32A02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A6DF0A2-3E37-CDFF-D9F4-B7E336085EA1}"/>
                </a:ext>
              </a:extLst>
            </p:cNvPr>
            <p:cNvSpPr txBox="1"/>
            <p:nvPr/>
          </p:nvSpPr>
          <p:spPr>
            <a:xfrm>
              <a:off x="2442024" y="6423356"/>
              <a:ext cx="41389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Helvetica" pitchFamily="2" charset="0"/>
                </a:rPr>
                <a:t>1D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98D7889-9A87-7132-E415-82534A757F60}"/>
                </a:ext>
              </a:extLst>
            </p:cNvPr>
            <p:cNvSpPr txBox="1"/>
            <p:nvPr/>
          </p:nvSpPr>
          <p:spPr>
            <a:xfrm>
              <a:off x="3725180" y="6423356"/>
              <a:ext cx="39305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Helvetica" pitchFamily="2" charset="0"/>
                </a:rPr>
                <a:t>1T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1B1CE7A-C7DD-B33D-F581-41A9D0B303EA}"/>
                </a:ext>
              </a:extLst>
            </p:cNvPr>
            <p:cNvSpPr txBox="1"/>
            <p:nvPr/>
          </p:nvSpPr>
          <p:spPr>
            <a:xfrm>
              <a:off x="5009704" y="6418909"/>
              <a:ext cx="41389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Helvetica" pitchFamily="2" charset="0"/>
                </a:rPr>
                <a:t>3D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F600287-7AF2-1A0C-5F3E-C69ABEC55E58}"/>
                </a:ext>
              </a:extLst>
            </p:cNvPr>
            <p:cNvSpPr txBox="1"/>
            <p:nvPr/>
          </p:nvSpPr>
          <p:spPr>
            <a:xfrm>
              <a:off x="6272020" y="6411009"/>
              <a:ext cx="39305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Helvetica" pitchFamily="2" charset="0"/>
                </a:rPr>
                <a:t>3T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42E70A2-4E82-F22E-56DF-C7F90959AF48}"/>
                </a:ext>
              </a:extLst>
            </p:cNvPr>
            <p:cNvSpPr/>
            <p:nvPr/>
          </p:nvSpPr>
          <p:spPr>
            <a:xfrm>
              <a:off x="1884784" y="6366879"/>
              <a:ext cx="4861249" cy="385720"/>
            </a:xfrm>
            <a:prstGeom prst="rect">
              <a:avLst/>
            </a:prstGeom>
            <a:noFill/>
            <a:ln w="9525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385828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4361</TotalTime>
  <Words>23</Words>
  <Application>Microsoft Macintosh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Lau, Harriet</dc:creator>
  <cp:lastModifiedBy>Lau, Harriet</cp:lastModifiedBy>
  <cp:revision>15</cp:revision>
  <dcterms:created xsi:type="dcterms:W3CDTF">2025-09-11T13:11:44Z</dcterms:created>
  <dcterms:modified xsi:type="dcterms:W3CDTF">2025-11-24T21:27:43Z</dcterms:modified>
</cp:coreProperties>
</file>