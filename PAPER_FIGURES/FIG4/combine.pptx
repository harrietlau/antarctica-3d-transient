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FB96E-AC30-6E4D-8FC1-08157B7BB763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4276-35A2-084C-B48A-DA971A77E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9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4276-35A2-084C-B48A-DA971A77E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8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936411" y="128739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70393-B057-E70F-CB0A-10657691C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41"/>
          <a:stretch/>
        </p:blipFill>
        <p:spPr>
          <a:xfrm>
            <a:off x="7254301" y="1269421"/>
            <a:ext cx="1414422" cy="439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4BD82A-27CB-42E8-7B87-C76C80B888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4822" y="772738"/>
            <a:ext cx="5486400" cy="5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1901485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 3T − 3D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00BCB-30F0-9495-41BB-78B54CBB32AB}"/>
              </a:ext>
            </a:extLst>
          </p:cNvPr>
          <p:cNvSpPr txBox="1"/>
          <p:nvPr/>
        </p:nvSpPr>
        <p:spPr>
          <a:xfrm>
            <a:off x="4578679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 3D − 1D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4FEEE8-BE1F-DA51-4C33-2824292247B9}"/>
              </a:ext>
            </a:extLst>
          </p:cNvPr>
          <p:cNvSpPr txBox="1"/>
          <p:nvPr/>
        </p:nvSpPr>
        <p:spPr>
          <a:xfrm>
            <a:off x="1901485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(C) 1T − 1D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9F2CD-BBF5-3F6A-B76F-0D006BA6D4FA}"/>
              </a:ext>
            </a:extLst>
          </p:cNvPr>
          <p:cNvSpPr txBox="1"/>
          <p:nvPr/>
        </p:nvSpPr>
        <p:spPr>
          <a:xfrm>
            <a:off x="4580729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(D) 3T − 1D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8F057-9690-12F2-A731-B80154A1D697}"/>
              </a:ext>
            </a:extLst>
          </p:cNvPr>
          <p:cNvSpPr txBox="1"/>
          <p:nvPr/>
        </p:nvSpPr>
        <p:spPr>
          <a:xfrm>
            <a:off x="4631229" y="3131733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−6.9 m to +1.6 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8DF31-8265-4443-AF4D-5DE79DA12A64}"/>
              </a:ext>
            </a:extLst>
          </p:cNvPr>
          <p:cNvSpPr txBox="1"/>
          <p:nvPr/>
        </p:nvSpPr>
        <p:spPr>
          <a:xfrm>
            <a:off x="1950942" y="5801113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−10.2 m to +1.6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59DEF-D396-DE24-4362-9C395136E4ED}"/>
              </a:ext>
            </a:extLst>
          </p:cNvPr>
          <p:cNvSpPr txBox="1"/>
          <p:nvPr/>
        </p:nvSpPr>
        <p:spPr>
          <a:xfrm>
            <a:off x="1964545" y="3124498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−13.1 m to 2.0 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CA5AF-1DCC-79C7-3BFB-7357CC1040E0}"/>
              </a:ext>
            </a:extLst>
          </p:cNvPr>
          <p:cNvSpPr txBox="1"/>
          <p:nvPr/>
        </p:nvSpPr>
        <p:spPr>
          <a:xfrm>
            <a:off x="4619598" y="580111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−19.6 m to 3.4 m</a:t>
            </a:r>
          </a:p>
        </p:txBody>
      </p:sp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4398</TotalTime>
  <Words>51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24</cp:revision>
  <dcterms:created xsi:type="dcterms:W3CDTF">2025-09-11T13:11:44Z</dcterms:created>
  <dcterms:modified xsi:type="dcterms:W3CDTF">2025-11-24T21:19:32Z</dcterms:modified>
</cp:coreProperties>
</file>