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00"/>
    <a:srgbClr val="1E77B4"/>
    <a:srgbClr val="2078B4"/>
    <a:srgbClr val="32A02C"/>
    <a:srgbClr val="FEB863"/>
    <a:srgbClr val="B3ABD2"/>
    <a:srgbClr val="E66100"/>
    <a:srgbClr val="5E3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>
        <p:scale>
          <a:sx n="82" d="100"/>
          <a:sy n="82" d="100"/>
        </p:scale>
        <p:origin x="592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16566FA-9C32-D8D9-9AB1-E97C72F7EB63}"/>
              </a:ext>
            </a:extLst>
          </p:cNvPr>
          <p:cNvSpPr/>
          <p:nvPr/>
        </p:nvSpPr>
        <p:spPr>
          <a:xfrm>
            <a:off x="6858000" y="3802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105402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442368" y="2266402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9A3B0-FEE2-2EDD-0442-B914C860B87B}"/>
              </a:ext>
            </a:extLst>
          </p:cNvPr>
          <p:cNvSpPr/>
          <p:nvPr/>
        </p:nvSpPr>
        <p:spPr>
          <a:xfrm>
            <a:off x="6561413" y="2703593"/>
            <a:ext cx="1323786" cy="248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7FBDF-297C-E22E-7AD7-63CB0539E201}"/>
              </a:ext>
            </a:extLst>
          </p:cNvPr>
          <p:cNvSpPr/>
          <p:nvPr/>
        </p:nvSpPr>
        <p:spPr>
          <a:xfrm>
            <a:off x="6642498" y="4535896"/>
            <a:ext cx="1323786" cy="248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A43CD07-C349-D9D8-3C75-E29002F2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52" y="433803"/>
            <a:ext cx="6333258" cy="4871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3247697" y="599115"/>
            <a:ext cx="513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6E5247-71BD-87F1-4B96-6E887CB59670}"/>
              </a:ext>
            </a:extLst>
          </p:cNvPr>
          <p:cNvSpPr txBox="1"/>
          <p:nvPr/>
        </p:nvSpPr>
        <p:spPr>
          <a:xfrm>
            <a:off x="5003751" y="599115"/>
            <a:ext cx="513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88E8D8-EF34-EA4B-C1AB-58F48D6B759D}"/>
              </a:ext>
            </a:extLst>
          </p:cNvPr>
          <p:cNvSpPr txBox="1"/>
          <p:nvPr/>
        </p:nvSpPr>
        <p:spPr>
          <a:xfrm>
            <a:off x="6759805" y="599115"/>
            <a:ext cx="513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(C)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789D0C-7593-A3A6-33F8-7DEC5338F9D1}"/>
              </a:ext>
            </a:extLst>
          </p:cNvPr>
          <p:cNvSpPr/>
          <p:nvPr/>
        </p:nvSpPr>
        <p:spPr>
          <a:xfrm>
            <a:off x="6146394" y="4208400"/>
            <a:ext cx="987378" cy="3853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2A1070-6821-49DE-7C78-41B8B0538452}"/>
              </a:ext>
            </a:extLst>
          </p:cNvPr>
          <p:cNvSpPr/>
          <p:nvPr/>
        </p:nvSpPr>
        <p:spPr>
          <a:xfrm>
            <a:off x="6201834" y="4254565"/>
            <a:ext cx="275166" cy="93068"/>
          </a:xfrm>
          <a:prstGeom prst="rect">
            <a:avLst/>
          </a:prstGeom>
          <a:noFill/>
          <a:ln w="12700">
            <a:solidFill>
              <a:srgbClr val="1E7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A17D4B-11C6-4FB6-86FA-A33E30D5CBB9}"/>
              </a:ext>
            </a:extLst>
          </p:cNvPr>
          <p:cNvSpPr/>
          <p:nvPr/>
        </p:nvSpPr>
        <p:spPr>
          <a:xfrm>
            <a:off x="6201834" y="4451359"/>
            <a:ext cx="275166" cy="93068"/>
          </a:xfrm>
          <a:prstGeom prst="rect">
            <a:avLst/>
          </a:prstGeom>
          <a:noFill/>
          <a:ln w="12700">
            <a:solidFill>
              <a:srgbClr val="FFA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4364</TotalTime>
  <Words>9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18</cp:revision>
  <dcterms:created xsi:type="dcterms:W3CDTF">2025-09-11T13:11:44Z</dcterms:created>
  <dcterms:modified xsi:type="dcterms:W3CDTF">2025-12-12T19:02:01Z</dcterms:modified>
</cp:coreProperties>
</file>