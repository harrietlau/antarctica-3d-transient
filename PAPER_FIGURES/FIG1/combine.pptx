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1"/>
    <p:restoredTop sz="94694"/>
  </p:normalViewPr>
  <p:slideViewPr>
    <p:cSldViewPr snapToGrid="0">
      <p:cViewPr varScale="1">
        <p:scale>
          <a:sx n="121" d="100"/>
          <a:sy n="121" d="100"/>
        </p:scale>
        <p:origin x="3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C4F50-3463-DFA8-38D8-8B0C89DD37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1E42C8-DECB-85C3-077A-423AC5530C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1A2585-9C32-339C-FC96-873249ED0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7EC7-1F0E-664A-BB84-5B4326A6F9F2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823E4A-6A76-33EE-DDD4-A048E1F3B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B46C07-38B4-9319-AC61-14D8C9162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A6355-ADCC-5E45-A2C5-13C4D949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683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FCC81-2B4A-2F12-E923-9BBCB767B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CF7501-F19C-1C1B-5054-CFC97E8404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5334F4-5B9D-AA94-D919-4A1B5D032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7EC7-1F0E-664A-BB84-5B4326A6F9F2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C65659-80CB-57A4-194B-9E943BE72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CBE3A9-6868-0EBC-91FC-C0E551AA9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A6355-ADCC-5E45-A2C5-13C4D949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204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D846E-F45C-A388-A0AC-D21659D61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7CB77D-40D7-8C67-1EF2-E33C2801DD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4F3DBF-CB53-69B6-42D2-22185ED33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7EC7-1F0E-664A-BB84-5B4326A6F9F2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D6B7E-5175-14BB-A1BA-FD7AA9D04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D4CFF5-9456-1505-A271-2C3D91AE5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A6355-ADCC-5E45-A2C5-13C4D949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1780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D3091-3077-F697-25A4-B0F3DFD54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4D0923-041A-65A1-0B11-60C2B88703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C15772-CA06-FBAF-B50D-3ED15EF4FC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D3AADB-76E8-29CD-1EB3-E73282156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7EC7-1F0E-664A-BB84-5B4326A6F9F2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F8826A-2615-F3E7-7D38-0E3DFDD41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0608B1-879A-20BC-3A5D-8CAF7F382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A6355-ADCC-5E45-A2C5-13C4D949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359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CD38-16E7-9633-06F0-6A8EBD71E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66E413-212B-673D-0B58-0C3581379D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367C3C-3DC2-4E94-9DB5-36D7C60998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F9483E-1769-6CEA-5D1E-BE3F8A653C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F21EA8-E29B-B709-3CBD-AB4B703AF5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356F65-1E60-B932-46B0-FAA9ADFF3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7EC7-1F0E-664A-BB84-5B4326A6F9F2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EF1940-6E2D-3890-4F06-6A4063498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0EE05F-F9B2-96D9-E9D9-32A1D5E2F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A6355-ADCC-5E45-A2C5-13C4D949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2975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58FD6-576E-5FB3-6A65-BA6F8E874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0415DE-6566-FEA1-BFB9-9CA14C483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7EC7-1F0E-664A-BB84-5B4326A6F9F2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11FDB-EF94-F23E-726D-E18504450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8AD829-A29C-A15D-2641-F39FC61BC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A6355-ADCC-5E45-A2C5-13C4D949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317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6BD858-F309-8950-B732-38D8F89F1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7EC7-1F0E-664A-BB84-5B4326A6F9F2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85E37B-186C-46B2-AABB-2804B3AA5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B85A5D-CB62-0176-A05B-9676096D5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A6355-ADCC-5E45-A2C5-13C4D949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072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4C716-FF97-B165-E414-C2134F135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21407A-ADD5-7BFC-B5B1-4511D8A9A5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D702E6-AD92-B04B-DE2D-7AFD58B709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261832-15BE-863C-21A5-90DAAE73A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7EC7-1F0E-664A-BB84-5B4326A6F9F2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B0D208-E495-1D89-CD52-AF1A02EC3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4A3535-2ED4-A01D-A07B-45CACB72C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A6355-ADCC-5E45-A2C5-13C4D949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834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777D6-339F-ABE2-A367-ADD55F803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EB314B-B90D-7ACD-2A9A-41822EF597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244A58-550B-D03F-D178-4422A80068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7981BC-87F2-28C0-9019-27F2BB6D3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7EC7-1F0E-664A-BB84-5B4326A6F9F2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D515DA-B07A-0D46-D3C5-7BBD5529A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3907BF-AEA6-92C1-380C-60EE588EB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A6355-ADCC-5E45-A2C5-13C4D949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037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9B21C-B3BF-FF1C-7634-D0ED497B1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1F1408-D084-3A50-3BFB-9AF5A8F729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61A2C7-1A8B-356D-8253-95BE466D0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7EC7-1F0E-664A-BB84-5B4326A6F9F2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49BF69-BE1B-C4C1-E3A3-AC941E6AB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761564-5612-7515-A05F-FBD3C9B6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A6355-ADCC-5E45-A2C5-13C4D949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487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46F584-6243-8E6C-B4FE-008D776143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4F5A8D-2AF9-FE96-2DD8-10D601D6A2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F1B223-A004-4D3C-635F-062D16342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7EC7-1F0E-664A-BB84-5B4326A6F9F2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67423C-DAF4-005A-D15D-4F991D3C5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2C3A54-8163-D9BF-6A72-FFAE38EB5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A6355-ADCC-5E45-A2C5-13C4D949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86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4D0796-B473-3237-6EFE-40F3610AA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EAC214-A079-3DDB-B9D0-51DBFFA4B7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E75F25-B82C-9B2B-3526-B2716C2AC5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F07EC7-1F0E-664A-BB84-5B4326A6F9F2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AAD8C4-DABD-250E-A1D3-9C1AE2F350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C4C61D-2095-1327-7F54-C98DD280CE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BA6355-ADCC-5E45-A2C5-13C4D949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043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68CF49E-9F80-A46F-419D-4F28443DD2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13317" y="229271"/>
            <a:ext cx="7772400" cy="38862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5376F39-192E-39A1-7900-7CD73E07E216}"/>
              </a:ext>
            </a:extLst>
          </p:cNvPr>
          <p:cNvSpPr txBox="1"/>
          <p:nvPr/>
        </p:nvSpPr>
        <p:spPr>
          <a:xfrm>
            <a:off x="613317" y="657922"/>
            <a:ext cx="492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(A)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6566FA-9C32-D8D9-9AB1-E97C72F7EB63}"/>
              </a:ext>
            </a:extLst>
          </p:cNvPr>
          <p:cNvSpPr/>
          <p:nvPr/>
        </p:nvSpPr>
        <p:spPr>
          <a:xfrm>
            <a:off x="6858000" y="229270"/>
            <a:ext cx="1170878" cy="38862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878C892-6371-2EBE-F8D8-BB42BAA4BD6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8000" y="572170"/>
            <a:ext cx="4264116" cy="320039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420E5A2-A29E-ED65-976C-342F27BD008A}"/>
              </a:ext>
            </a:extLst>
          </p:cNvPr>
          <p:cNvSpPr txBox="1"/>
          <p:nvPr/>
        </p:nvSpPr>
        <p:spPr>
          <a:xfrm>
            <a:off x="6613562" y="664169"/>
            <a:ext cx="492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(B)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3496D9C-D77C-CA1B-975B-A1622D969DB4}"/>
              </a:ext>
            </a:extLst>
          </p:cNvPr>
          <p:cNvSpPr/>
          <p:nvPr/>
        </p:nvSpPr>
        <p:spPr>
          <a:xfrm>
            <a:off x="10292192" y="330870"/>
            <a:ext cx="1170878" cy="38862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20FDE17-4917-7E0A-0EAF-0FA2833743E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5519" b="10633"/>
          <a:stretch/>
        </p:blipFill>
        <p:spPr>
          <a:xfrm>
            <a:off x="3076218" y="3772570"/>
            <a:ext cx="5854700" cy="60848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B89A230-AF89-B343-2EC0-F6D3C7F731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43550" y="4360900"/>
            <a:ext cx="1104900" cy="21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5828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6</Words>
  <Application>Microsoft Macintosh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Helvetica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Lau, Harriet</dc:creator>
  <cp:lastModifiedBy>Lau, Harriet</cp:lastModifiedBy>
  <cp:revision>5</cp:revision>
  <dcterms:created xsi:type="dcterms:W3CDTF">2025-09-11T13:11:44Z</dcterms:created>
  <dcterms:modified xsi:type="dcterms:W3CDTF">2025-11-24T21:11:47Z</dcterms:modified>
</cp:coreProperties>
</file>