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A02C"/>
    <a:srgbClr val="2078B4"/>
    <a:srgbClr val="FEB863"/>
    <a:srgbClr val="B3ABD2"/>
    <a:srgbClr val="E66100"/>
    <a:srgbClr val="5E3C99"/>
    <a:srgbClr val="1E77B4"/>
    <a:srgbClr val="FFA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65"/>
    <p:restoredTop sz="94694"/>
  </p:normalViewPr>
  <p:slideViewPr>
    <p:cSldViewPr snapToGrid="0">
      <p:cViewPr>
        <p:scale>
          <a:sx n="206" d="100"/>
          <a:sy n="206" d="100"/>
        </p:scale>
        <p:origin x="-1184" y="-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FB96E-AC30-6E4D-8FC1-08157B7BB76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634276-35A2-084C-B48A-DA971A77E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790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34276-35A2-084C-B48A-DA971A77E4C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187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C4F50-3463-DFA8-38D8-8B0C89DD3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E42C8-DECB-85C3-077A-423AC5530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A2585-9C32-339C-FC96-873249ED0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23E4A-6A76-33EE-DDD4-A048E1F3B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46C07-38B4-9319-AC61-14D8C9162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83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FCC81-2B4A-2F12-E923-9BBCB767B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F7501-F19C-1C1B-5054-CFC97E840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334F4-5B9D-AA94-D919-4A1B5D0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65659-80CB-57A4-194B-9E943BE7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BE3A9-6868-0EBC-91FC-C0E551AA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204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846E-F45C-A388-A0AC-D21659D61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CB77D-40D7-8C67-1EF2-E33C2801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F3DBF-CB53-69B6-42D2-22185ED33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D6B7E-5175-14BB-A1BA-FD7AA9D04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4CFF5-9456-1505-A271-2C3D91AE5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78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D3091-3077-F697-25A4-B0F3DFD54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D0923-041A-65A1-0B11-60C2B8870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15772-CA06-FBAF-B50D-3ED15EF4F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3AADB-76E8-29CD-1EB3-E73282156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8826A-2615-F3E7-7D38-0E3DFDD41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608B1-879A-20BC-3A5D-8CAF7F38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59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CD38-16E7-9633-06F0-6A8EBD71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6E413-212B-673D-0B58-0C3581379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67C3C-3DC2-4E94-9DB5-36D7C6099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F9483E-1769-6CEA-5D1E-BE3F8A653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F21EA8-E29B-B709-3CBD-AB4B703AF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356F65-1E60-B932-46B0-FAA9ADFF3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EF1940-6E2D-3890-4F06-6A4063498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0EE05F-F9B2-96D9-E9D9-32A1D5E2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97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58FD6-576E-5FB3-6A65-BA6F8E87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0415DE-6566-FEA1-BFB9-9CA14C483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11FDB-EF94-F23E-726D-E18504450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AD829-A29C-A15D-2641-F39FC61BC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1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6BD858-F309-8950-B732-38D8F89F1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85E37B-186C-46B2-AABB-2804B3AA5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85A5D-CB62-0176-A05B-9676096D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72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4C716-FF97-B165-E414-C2134F135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1407A-ADD5-7BFC-B5B1-4511D8A9A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702E6-AD92-B04B-DE2D-7AFD58B70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61832-15BE-863C-21A5-90DAAE73A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0D208-E495-1D89-CD52-AF1A02EC3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A3535-2ED4-A01D-A07B-45CACB72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34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777D6-339F-ABE2-A367-ADD55F803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EB314B-B90D-7ACD-2A9A-41822EF59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44A58-550B-D03F-D178-4422A8006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981BC-87F2-28C0-9019-27F2BB6D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515DA-B07A-0D46-D3C5-7BBD5529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907BF-AEA6-92C1-380C-60EE588EB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3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9B21C-B3BF-FF1C-7634-D0ED497B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F1408-D084-3A50-3BFB-9AF5A8F72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1A2C7-1A8B-356D-8253-95BE466D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9BF69-BE1B-C4C1-E3A3-AC941E6AB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61564-5612-7515-A05F-FBD3C9B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87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6F584-6243-8E6C-B4FE-008D77614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F5A8D-2AF9-FE96-2DD8-10D601D6A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1B223-A004-4D3C-635F-062D16342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7423C-DAF4-005A-D15D-4F991D3C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C3A54-8163-D9BF-6A72-FFAE38EB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4D0796-B473-3237-6EFE-40F3610AA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AC214-A079-3DDB-B9D0-51DBFFA4B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75F25-B82C-9B2B-3526-B2716C2AC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07EC7-1F0E-664A-BB84-5B4326A6F9F2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AD8C4-DABD-250E-A1D3-9C1AE2F35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4C61D-2095-1327-7F54-C98DD280C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43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3496D9C-D77C-CA1B-975B-A1622D969DB4}"/>
              </a:ext>
            </a:extLst>
          </p:cNvPr>
          <p:cNvSpPr/>
          <p:nvPr/>
        </p:nvSpPr>
        <p:spPr>
          <a:xfrm>
            <a:off x="10407805" y="330870"/>
            <a:ext cx="1170878" cy="3886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F260493-A916-A1AB-A9B2-1734A0F34500}"/>
              </a:ext>
            </a:extLst>
          </p:cNvPr>
          <p:cNvSpPr/>
          <p:nvPr/>
        </p:nvSpPr>
        <p:spPr>
          <a:xfrm>
            <a:off x="6936411" y="128739"/>
            <a:ext cx="507028" cy="2021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52D9C7-5DCC-1D48-A8CA-CE852F40620B}"/>
              </a:ext>
            </a:extLst>
          </p:cNvPr>
          <p:cNvSpPr txBox="1"/>
          <p:nvPr/>
        </p:nvSpPr>
        <p:spPr>
          <a:xfrm>
            <a:off x="1908208" y="327578"/>
            <a:ext cx="2473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" pitchFamily="2" charset="0"/>
              </a:rPr>
              <a:t>(A) GMSL1.5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971AB6-5228-07C1-4B0C-6F56269E78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344"/>
          <a:stretch/>
        </p:blipFill>
        <p:spPr>
          <a:xfrm>
            <a:off x="1430354" y="725862"/>
            <a:ext cx="3429000" cy="27243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CEC317-5DE9-5F4B-847B-05CE698F30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143"/>
          <a:stretch/>
        </p:blipFill>
        <p:spPr>
          <a:xfrm>
            <a:off x="4869680" y="803449"/>
            <a:ext cx="3429000" cy="273534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1FCB979-7038-FF7E-32EE-11ED3E4F1415}"/>
              </a:ext>
            </a:extLst>
          </p:cNvPr>
          <p:cNvSpPr txBox="1"/>
          <p:nvPr/>
        </p:nvSpPr>
        <p:spPr>
          <a:xfrm>
            <a:off x="1908208" y="587362"/>
            <a:ext cx="2473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W. Antarctica Site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0A1831-7ECA-FB73-A9D1-CE630FBEF1B1}"/>
              </a:ext>
            </a:extLst>
          </p:cNvPr>
          <p:cNvSpPr txBox="1"/>
          <p:nvPr/>
        </p:nvSpPr>
        <p:spPr>
          <a:xfrm>
            <a:off x="1908208" y="1927420"/>
            <a:ext cx="2473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Hudson Bay Site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26B507-DEE7-BE83-8D8F-244AA1DB996D}"/>
              </a:ext>
            </a:extLst>
          </p:cNvPr>
          <p:cNvSpPr txBox="1"/>
          <p:nvPr/>
        </p:nvSpPr>
        <p:spPr>
          <a:xfrm>
            <a:off x="5347534" y="345046"/>
            <a:ext cx="2473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" pitchFamily="2" charset="0"/>
              </a:rPr>
              <a:t>(B) GMSL3.5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514F31-2018-7192-8D5E-3F1FC63AA85D}"/>
              </a:ext>
            </a:extLst>
          </p:cNvPr>
          <p:cNvSpPr txBox="1"/>
          <p:nvPr/>
        </p:nvSpPr>
        <p:spPr>
          <a:xfrm>
            <a:off x="5347534" y="604830"/>
            <a:ext cx="2473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W. Antarctica Site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ACCCE8-9C75-3442-F64E-3C15686AF5EE}"/>
              </a:ext>
            </a:extLst>
          </p:cNvPr>
          <p:cNvSpPr txBox="1"/>
          <p:nvPr/>
        </p:nvSpPr>
        <p:spPr>
          <a:xfrm>
            <a:off x="5347534" y="1944888"/>
            <a:ext cx="2473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Hudson Bay Site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8397149-2B08-083A-5D5D-D70741C134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765" t="6578" r="33423" b="17471"/>
          <a:stretch/>
        </p:blipFill>
        <p:spPr>
          <a:xfrm>
            <a:off x="1975874" y="1055074"/>
            <a:ext cx="482909" cy="69449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64671F2-DE8F-4D6E-5C6C-E0647F18D6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28" t="5828" r="31438" b="18198"/>
          <a:stretch/>
        </p:blipFill>
        <p:spPr>
          <a:xfrm>
            <a:off x="5418565" y="1067644"/>
            <a:ext cx="505985" cy="69471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08AAF8F-1CA3-4C37-C3B8-AE6B44F14D8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152" t="3733" r="34012" b="16660"/>
          <a:stretch/>
        </p:blipFill>
        <p:spPr>
          <a:xfrm>
            <a:off x="3358747" y="2509885"/>
            <a:ext cx="371888" cy="58234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4B965D6-738B-A058-7B90-27EF7EDCA5B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307" t="5965" r="34296" b="17067"/>
          <a:stretch/>
        </p:blipFill>
        <p:spPr>
          <a:xfrm>
            <a:off x="6784778" y="2544170"/>
            <a:ext cx="390608" cy="56303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544E8E2-D417-8206-7E27-10AFF3D24F5E}"/>
              </a:ext>
            </a:extLst>
          </p:cNvPr>
          <p:cNvSpPr txBox="1"/>
          <p:nvPr/>
        </p:nvSpPr>
        <p:spPr>
          <a:xfrm>
            <a:off x="2380012" y="978670"/>
            <a:ext cx="359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−10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D91C68-BFFE-0CB7-11D7-F63EE03A70A1}"/>
              </a:ext>
            </a:extLst>
          </p:cNvPr>
          <p:cNvSpPr txBox="1"/>
          <p:nvPr/>
        </p:nvSpPr>
        <p:spPr>
          <a:xfrm>
            <a:off x="2379447" y="1610526"/>
            <a:ext cx="359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−25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6730C7-0022-1426-EB24-0CC3E32D823F}"/>
              </a:ext>
            </a:extLst>
          </p:cNvPr>
          <p:cNvSpPr txBox="1"/>
          <p:nvPr/>
        </p:nvSpPr>
        <p:spPr>
          <a:xfrm>
            <a:off x="5825204" y="1629919"/>
            <a:ext cx="359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−60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A1DF01E-AF12-E1FA-20F5-02FA7DC30E3C}"/>
              </a:ext>
            </a:extLst>
          </p:cNvPr>
          <p:cNvSpPr/>
          <p:nvPr/>
        </p:nvSpPr>
        <p:spPr>
          <a:xfrm>
            <a:off x="5907173" y="1032455"/>
            <a:ext cx="188827" cy="109158"/>
          </a:xfrm>
          <a:prstGeom prst="rect">
            <a:avLst/>
          </a:prstGeom>
          <a:solidFill>
            <a:schemeClr val="bg1">
              <a:alpha val="488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7D48B1-A1E1-36C2-CC20-8F0EDB79D0E6}"/>
              </a:ext>
            </a:extLst>
          </p:cNvPr>
          <p:cNvSpPr txBox="1"/>
          <p:nvPr/>
        </p:nvSpPr>
        <p:spPr>
          <a:xfrm>
            <a:off x="5825769" y="998063"/>
            <a:ext cx="3593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−25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522745C-D2A9-0E28-D2AB-CEB726697BC1}"/>
              </a:ext>
            </a:extLst>
          </p:cNvPr>
          <p:cNvSpPr/>
          <p:nvPr/>
        </p:nvSpPr>
        <p:spPr>
          <a:xfrm>
            <a:off x="2273236" y="2321302"/>
            <a:ext cx="188827" cy="109158"/>
          </a:xfrm>
          <a:prstGeom prst="rect">
            <a:avLst/>
          </a:prstGeom>
          <a:solidFill>
            <a:schemeClr val="bg1">
              <a:alpha val="488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F22D6F-B584-7DEA-D3C6-EE87E1005DDA}"/>
              </a:ext>
            </a:extLst>
          </p:cNvPr>
          <p:cNvSpPr txBox="1"/>
          <p:nvPr/>
        </p:nvSpPr>
        <p:spPr>
          <a:xfrm>
            <a:off x="2191832" y="2286910"/>
            <a:ext cx="563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−0.18</a:t>
            </a:r>
          </a:p>
          <a:p>
            <a:endParaRPr lang="en-US" sz="800" dirty="0">
              <a:latin typeface="Helvetica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00282E-7485-4917-DA54-E4EA2798E5A3}"/>
              </a:ext>
            </a:extLst>
          </p:cNvPr>
          <p:cNvSpPr txBox="1"/>
          <p:nvPr/>
        </p:nvSpPr>
        <p:spPr>
          <a:xfrm>
            <a:off x="2185574" y="2954242"/>
            <a:ext cx="510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−0.25</a:t>
            </a:r>
          </a:p>
          <a:p>
            <a:endParaRPr lang="en-US" sz="800" dirty="0">
              <a:latin typeface="Helvetica" pitchFamily="2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F45008F-1CC5-6355-E08E-9EB71E694C0F}"/>
              </a:ext>
            </a:extLst>
          </p:cNvPr>
          <p:cNvSpPr/>
          <p:nvPr/>
        </p:nvSpPr>
        <p:spPr>
          <a:xfrm>
            <a:off x="5679231" y="2208903"/>
            <a:ext cx="188827" cy="109158"/>
          </a:xfrm>
          <a:prstGeom prst="rect">
            <a:avLst/>
          </a:prstGeom>
          <a:solidFill>
            <a:schemeClr val="bg1">
              <a:alpha val="488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418246-8EE1-6FD8-4269-C6AF8AAD5182}"/>
              </a:ext>
            </a:extLst>
          </p:cNvPr>
          <p:cNvSpPr txBox="1"/>
          <p:nvPr/>
        </p:nvSpPr>
        <p:spPr>
          <a:xfrm>
            <a:off x="5637586" y="2150598"/>
            <a:ext cx="4509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−0.18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4948A3D-7899-6236-E25B-12B9AB5DBD3B}"/>
              </a:ext>
            </a:extLst>
          </p:cNvPr>
          <p:cNvSpPr/>
          <p:nvPr/>
        </p:nvSpPr>
        <p:spPr>
          <a:xfrm>
            <a:off x="5671162" y="2373183"/>
            <a:ext cx="188827" cy="190099"/>
          </a:xfrm>
          <a:prstGeom prst="rect">
            <a:avLst/>
          </a:prstGeom>
          <a:solidFill>
            <a:schemeClr val="bg1">
              <a:alpha val="488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49D540B-C189-219C-FD7D-822BDB268702}"/>
              </a:ext>
            </a:extLst>
          </p:cNvPr>
          <p:cNvSpPr/>
          <p:nvPr/>
        </p:nvSpPr>
        <p:spPr>
          <a:xfrm>
            <a:off x="3745365" y="2490572"/>
            <a:ext cx="85632" cy="137082"/>
          </a:xfrm>
          <a:prstGeom prst="rect">
            <a:avLst/>
          </a:prstGeom>
          <a:solidFill>
            <a:schemeClr val="bg1">
              <a:alpha val="488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314E889-2B00-B789-4CC1-A452971CE286}"/>
              </a:ext>
            </a:extLst>
          </p:cNvPr>
          <p:cNvSpPr txBox="1"/>
          <p:nvPr/>
        </p:nvSpPr>
        <p:spPr>
          <a:xfrm>
            <a:off x="3652808" y="2450604"/>
            <a:ext cx="1888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93A7BE9-4DB6-CD37-3373-15CEBC814737}"/>
              </a:ext>
            </a:extLst>
          </p:cNvPr>
          <p:cNvSpPr txBox="1"/>
          <p:nvPr/>
        </p:nvSpPr>
        <p:spPr>
          <a:xfrm>
            <a:off x="3660080" y="2942494"/>
            <a:ext cx="3593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−10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BCAC73B-5AE9-717F-4ABF-F4332EDBA07C}"/>
              </a:ext>
            </a:extLst>
          </p:cNvPr>
          <p:cNvSpPr/>
          <p:nvPr/>
        </p:nvSpPr>
        <p:spPr>
          <a:xfrm>
            <a:off x="7191693" y="2500413"/>
            <a:ext cx="188827" cy="109158"/>
          </a:xfrm>
          <a:prstGeom prst="rect">
            <a:avLst/>
          </a:prstGeom>
          <a:solidFill>
            <a:schemeClr val="bg1">
              <a:alpha val="488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F60DFFC-007A-3D8D-7570-BB867EF39595}"/>
              </a:ext>
            </a:extLst>
          </p:cNvPr>
          <p:cNvSpPr txBox="1"/>
          <p:nvPr/>
        </p:nvSpPr>
        <p:spPr>
          <a:xfrm>
            <a:off x="7110288" y="2466021"/>
            <a:ext cx="4733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−10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37F7C09-5B5A-47B1-4D26-B629FE091835}"/>
              </a:ext>
            </a:extLst>
          </p:cNvPr>
          <p:cNvSpPr/>
          <p:nvPr/>
        </p:nvSpPr>
        <p:spPr>
          <a:xfrm>
            <a:off x="7188765" y="2999437"/>
            <a:ext cx="188827" cy="109158"/>
          </a:xfrm>
          <a:prstGeom prst="rect">
            <a:avLst/>
          </a:prstGeom>
          <a:solidFill>
            <a:schemeClr val="bg1">
              <a:alpha val="488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B3944D5-B45E-8C67-9B15-6F6DA0E94F83}"/>
              </a:ext>
            </a:extLst>
          </p:cNvPr>
          <p:cNvSpPr txBox="1"/>
          <p:nvPr/>
        </p:nvSpPr>
        <p:spPr>
          <a:xfrm>
            <a:off x="7107360" y="2965045"/>
            <a:ext cx="4733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−30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524DE7C-DB0B-CC1A-D5E0-64DDA4A47546}"/>
              </a:ext>
            </a:extLst>
          </p:cNvPr>
          <p:cNvSpPr txBox="1"/>
          <p:nvPr/>
        </p:nvSpPr>
        <p:spPr>
          <a:xfrm>
            <a:off x="2701280" y="794020"/>
            <a:ext cx="3738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(</a:t>
            </a:r>
            <a:r>
              <a:rPr lang="en-US" sz="1200" dirty="0" err="1">
                <a:latin typeface="Helvetica" pitchFamily="2" charset="0"/>
              </a:rPr>
              <a:t>i</a:t>
            </a:r>
            <a:r>
              <a:rPr lang="en-US" sz="1200" dirty="0">
                <a:latin typeface="Helvetica" pitchFamily="2" charset="0"/>
              </a:rPr>
              <a:t>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D091F1A-D942-9DF2-F738-4E2357C0D71F}"/>
              </a:ext>
            </a:extLst>
          </p:cNvPr>
          <p:cNvSpPr txBox="1"/>
          <p:nvPr/>
        </p:nvSpPr>
        <p:spPr>
          <a:xfrm>
            <a:off x="2641451" y="2143461"/>
            <a:ext cx="468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(iii)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9B160A2-2466-DECB-194B-C8247CE8DE24}"/>
              </a:ext>
            </a:extLst>
          </p:cNvPr>
          <p:cNvSpPr txBox="1"/>
          <p:nvPr/>
        </p:nvSpPr>
        <p:spPr>
          <a:xfrm>
            <a:off x="3999684" y="2135470"/>
            <a:ext cx="4687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(iv)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B376FC3-E71E-3569-0DFB-A1089C90FEDA}"/>
              </a:ext>
            </a:extLst>
          </p:cNvPr>
          <p:cNvSpPr/>
          <p:nvPr/>
        </p:nvSpPr>
        <p:spPr>
          <a:xfrm>
            <a:off x="3368174" y="872402"/>
            <a:ext cx="482888" cy="607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EEFEF3A-A215-1BFC-6A06-5354937F5345}"/>
              </a:ext>
            </a:extLst>
          </p:cNvPr>
          <p:cNvSpPr txBox="1"/>
          <p:nvPr/>
        </p:nvSpPr>
        <p:spPr>
          <a:xfrm>
            <a:off x="3255618" y="798956"/>
            <a:ext cx="3738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(ii)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65E1439-3071-EF1B-273F-CDDEFEA7C530}"/>
              </a:ext>
            </a:extLst>
          </p:cNvPr>
          <p:cNvSpPr txBox="1"/>
          <p:nvPr/>
        </p:nvSpPr>
        <p:spPr>
          <a:xfrm>
            <a:off x="6135103" y="813633"/>
            <a:ext cx="3738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(</a:t>
            </a:r>
            <a:r>
              <a:rPr lang="en-US" sz="1200" dirty="0" err="1">
                <a:latin typeface="Helvetica" pitchFamily="2" charset="0"/>
              </a:rPr>
              <a:t>i</a:t>
            </a:r>
            <a:r>
              <a:rPr lang="en-US" sz="1200" dirty="0">
                <a:latin typeface="Helvetica" pitchFamily="2" charset="0"/>
              </a:rPr>
              <a:t>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931A364-2856-FA39-E2C6-86C51C554561}"/>
              </a:ext>
            </a:extLst>
          </p:cNvPr>
          <p:cNvSpPr txBox="1"/>
          <p:nvPr/>
        </p:nvSpPr>
        <p:spPr>
          <a:xfrm>
            <a:off x="6075274" y="2163074"/>
            <a:ext cx="468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(iii)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18C1870-8866-2B10-5181-6A62C9A9A80D}"/>
              </a:ext>
            </a:extLst>
          </p:cNvPr>
          <p:cNvSpPr txBox="1"/>
          <p:nvPr/>
        </p:nvSpPr>
        <p:spPr>
          <a:xfrm>
            <a:off x="7433507" y="2155083"/>
            <a:ext cx="4687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(iv)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B60AA6F-D378-3527-D2E1-B6C89C2F77DB}"/>
              </a:ext>
            </a:extLst>
          </p:cNvPr>
          <p:cNvSpPr txBox="1"/>
          <p:nvPr/>
        </p:nvSpPr>
        <p:spPr>
          <a:xfrm>
            <a:off x="6689441" y="818569"/>
            <a:ext cx="3738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(ii)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F28ED41-611A-CA80-7B87-C3B34AB32827}"/>
              </a:ext>
            </a:extLst>
          </p:cNvPr>
          <p:cNvGrpSpPr/>
          <p:nvPr/>
        </p:nvGrpSpPr>
        <p:grpSpPr>
          <a:xfrm>
            <a:off x="3255618" y="3488985"/>
            <a:ext cx="3308596" cy="276999"/>
            <a:chOff x="3476182" y="3665647"/>
            <a:chExt cx="3308596" cy="276999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6C3D6F5C-060C-C80B-2E56-3F6D45E8FE81}"/>
                </a:ext>
              </a:extLst>
            </p:cNvPr>
            <p:cNvSpPr txBox="1"/>
            <p:nvPr/>
          </p:nvSpPr>
          <p:spPr>
            <a:xfrm>
              <a:off x="3955579" y="3665647"/>
              <a:ext cx="27499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Helvetica" pitchFamily="2" charset="0"/>
                </a:rPr>
                <a:t>1D             1T             3D                3T</a:t>
              </a:r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F944E4C-4498-C245-79ED-8A1022969E94}"/>
                </a:ext>
              </a:extLst>
            </p:cNvPr>
            <p:cNvCxnSpPr/>
            <p:nvPr/>
          </p:nvCxnSpPr>
          <p:spPr>
            <a:xfrm>
              <a:off x="3723315" y="3804519"/>
              <a:ext cx="289112" cy="0"/>
            </a:xfrm>
            <a:prstGeom prst="line">
              <a:avLst/>
            </a:prstGeom>
            <a:ln>
              <a:solidFill>
                <a:srgbClr val="2078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AB3148C-E3E6-D165-6DC0-74E0C428AA9C}"/>
                </a:ext>
              </a:extLst>
            </p:cNvPr>
            <p:cNvCxnSpPr/>
            <p:nvPr/>
          </p:nvCxnSpPr>
          <p:spPr>
            <a:xfrm>
              <a:off x="4468406" y="3804146"/>
              <a:ext cx="289112" cy="0"/>
            </a:xfrm>
            <a:prstGeom prst="line">
              <a:avLst/>
            </a:prstGeom>
            <a:ln>
              <a:solidFill>
                <a:srgbClr val="2078B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04575B7-021B-6A40-AFF6-8ADF3FE12EB1}"/>
                </a:ext>
              </a:extLst>
            </p:cNvPr>
            <p:cNvCxnSpPr/>
            <p:nvPr/>
          </p:nvCxnSpPr>
          <p:spPr>
            <a:xfrm>
              <a:off x="5185903" y="3804519"/>
              <a:ext cx="289112" cy="0"/>
            </a:xfrm>
            <a:prstGeom prst="line">
              <a:avLst/>
            </a:prstGeom>
            <a:ln>
              <a:solidFill>
                <a:srgbClr val="32A0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BFBE4B71-6E49-3285-1C75-6FCE834DF601}"/>
                </a:ext>
              </a:extLst>
            </p:cNvPr>
            <p:cNvCxnSpPr/>
            <p:nvPr/>
          </p:nvCxnSpPr>
          <p:spPr>
            <a:xfrm>
              <a:off x="6058740" y="3804146"/>
              <a:ext cx="289112" cy="0"/>
            </a:xfrm>
            <a:prstGeom prst="line">
              <a:avLst/>
            </a:prstGeom>
            <a:ln>
              <a:solidFill>
                <a:srgbClr val="32A02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A65B1572-9590-FE39-4145-06F16BF23DDE}"/>
                </a:ext>
              </a:extLst>
            </p:cNvPr>
            <p:cNvSpPr/>
            <p:nvPr/>
          </p:nvSpPr>
          <p:spPr>
            <a:xfrm>
              <a:off x="3476182" y="3665647"/>
              <a:ext cx="3308596" cy="276999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8" name="Picture 87">
            <a:extLst>
              <a:ext uri="{FF2B5EF4-FFF2-40B4-BE49-F238E27FC236}">
                <a16:creationId xmlns:a16="http://schemas.microsoft.com/office/drawing/2014/main" id="{DB05CAA4-1CB8-5CC1-0628-E9DA5036EA3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524" t="9419" r="51954" b="15102"/>
          <a:stretch/>
        </p:blipFill>
        <p:spPr>
          <a:xfrm>
            <a:off x="5426429" y="2242220"/>
            <a:ext cx="289112" cy="736193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84DAAD0B-0892-FA5B-229A-F7E2E774825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7428" t="6759" r="54134" b="16886"/>
          <a:stretch/>
        </p:blipFill>
        <p:spPr>
          <a:xfrm>
            <a:off x="1974647" y="2362479"/>
            <a:ext cx="281190" cy="744722"/>
          </a:xfrm>
          <a:prstGeom prst="rect">
            <a:avLst/>
          </a:prstGeom>
        </p:spPr>
      </p:pic>
      <p:sp>
        <p:nvSpPr>
          <p:cNvPr id="92" name="Rectangle 91">
            <a:extLst>
              <a:ext uri="{FF2B5EF4-FFF2-40B4-BE49-F238E27FC236}">
                <a16:creationId xmlns:a16="http://schemas.microsoft.com/office/drawing/2014/main" id="{D23C1EA4-7911-2DAD-0B02-9BDEB58A31A1}"/>
              </a:ext>
            </a:extLst>
          </p:cNvPr>
          <p:cNvSpPr/>
          <p:nvPr/>
        </p:nvSpPr>
        <p:spPr>
          <a:xfrm>
            <a:off x="5808654" y="2877501"/>
            <a:ext cx="188827" cy="109158"/>
          </a:xfrm>
          <a:prstGeom prst="rect">
            <a:avLst/>
          </a:prstGeom>
          <a:solidFill>
            <a:schemeClr val="bg1">
              <a:alpha val="488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F479EF5-F075-5C48-C174-7A404F2EB521}"/>
              </a:ext>
            </a:extLst>
          </p:cNvPr>
          <p:cNvSpPr txBox="1"/>
          <p:nvPr/>
        </p:nvSpPr>
        <p:spPr>
          <a:xfrm>
            <a:off x="5629517" y="2809194"/>
            <a:ext cx="6413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−0.25</a:t>
            </a:r>
          </a:p>
        </p:txBody>
      </p:sp>
    </p:spTree>
    <p:extLst>
      <p:ext uri="{BB962C8B-B14F-4D97-AF65-F5344CB8AC3E}">
        <p14:creationId xmlns:p14="http://schemas.microsoft.com/office/powerpoint/2010/main" val="3238582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4749</TotalTime>
  <Words>74</Words>
  <Application>Microsoft Macintosh PowerPoint</Application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Lau, Harriet</dc:creator>
  <cp:lastModifiedBy>Lau, Harriet</cp:lastModifiedBy>
  <cp:revision>37</cp:revision>
  <dcterms:created xsi:type="dcterms:W3CDTF">2025-09-11T13:11:44Z</dcterms:created>
  <dcterms:modified xsi:type="dcterms:W3CDTF">2025-11-19T20:17:19Z</dcterms:modified>
</cp:coreProperties>
</file>