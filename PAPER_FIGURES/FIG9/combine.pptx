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863"/>
    <a:srgbClr val="B3ABD2"/>
    <a:srgbClr val="E66100"/>
    <a:srgbClr val="5E3C99"/>
    <a:srgbClr val="1E77B4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93" d="100"/>
          <a:sy n="93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FB96E-AC30-6E4D-8FC1-08157B7BB7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4276-35A2-084C-B48A-DA971A77E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9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4276-35A2-084C-B48A-DA971A77E4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8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16566FA-9C32-D8D9-9AB1-E97C72F7EB63}"/>
              </a:ext>
            </a:extLst>
          </p:cNvPr>
          <p:cNvSpPr/>
          <p:nvPr/>
        </p:nvSpPr>
        <p:spPr>
          <a:xfrm>
            <a:off x="6858000" y="330869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3308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60493-A916-A1AB-A9B2-1734A0F34500}"/>
              </a:ext>
            </a:extLst>
          </p:cNvPr>
          <p:cNvSpPr/>
          <p:nvPr/>
        </p:nvSpPr>
        <p:spPr>
          <a:xfrm>
            <a:off x="6936411" y="128739"/>
            <a:ext cx="507028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1424152" y="513380"/>
            <a:ext cx="247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(A) 3D model (W. Ant)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1D9B6A-6344-5BAB-16E3-092E93E07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24152" y="791805"/>
            <a:ext cx="640080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A31DDE-E5F3-B3E2-C974-DE6A8E00C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854" y="3842782"/>
            <a:ext cx="6400800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52E22D-6EED-712E-3512-6BDCF43972E3}"/>
              </a:ext>
            </a:extLst>
          </p:cNvPr>
          <p:cNvSpPr txBox="1"/>
          <p:nvPr/>
        </p:nvSpPr>
        <p:spPr>
          <a:xfrm>
            <a:off x="4620294" y="510165"/>
            <a:ext cx="247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(B) Pre-stress (W. Ant)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C5F65-B708-D87D-1CF2-E66BD420B0B5}"/>
              </a:ext>
            </a:extLst>
          </p:cNvPr>
          <p:cNvSpPr txBox="1"/>
          <p:nvPr/>
        </p:nvSpPr>
        <p:spPr>
          <a:xfrm>
            <a:off x="1424152" y="3535005"/>
            <a:ext cx="247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(C) Relaxation (Hudson Bay)</a:t>
            </a:r>
          </a:p>
        </p:txBody>
      </p:sp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4409</TotalTime>
  <Words>28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28</cp:revision>
  <dcterms:created xsi:type="dcterms:W3CDTF">2025-09-11T13:11:44Z</dcterms:created>
  <dcterms:modified xsi:type="dcterms:W3CDTF">2025-11-24T21:29:17Z</dcterms:modified>
</cp:coreProperties>
</file>