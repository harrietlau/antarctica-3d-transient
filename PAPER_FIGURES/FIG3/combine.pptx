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B863"/>
    <a:srgbClr val="B3ABD2"/>
    <a:srgbClr val="E66100"/>
    <a:srgbClr val="5E3C99"/>
    <a:srgbClr val="1E77B4"/>
    <a:srgbClr val="FFA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94"/>
  </p:normalViewPr>
  <p:slideViewPr>
    <p:cSldViewPr snapToGrid="0">
      <p:cViewPr varScale="1">
        <p:scale>
          <a:sx n="121" d="100"/>
          <a:sy n="121" d="100"/>
        </p:scale>
        <p:origin x="3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C4F50-3463-DFA8-38D8-8B0C89DD37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1E42C8-DECB-85C3-077A-423AC5530C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A2585-9C32-339C-FC96-873249ED0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23E4A-6A76-33EE-DDD4-A048E1F3B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46C07-38B4-9319-AC61-14D8C9162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83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FCC81-2B4A-2F12-E923-9BBCB767B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F7501-F19C-1C1B-5054-CFC97E840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334F4-5B9D-AA94-D919-4A1B5D0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65659-80CB-57A4-194B-9E943BE72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BE3A9-6868-0EBC-91FC-C0E551AA9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204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D846E-F45C-A388-A0AC-D21659D61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CB77D-40D7-8C67-1EF2-E33C2801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F3DBF-CB53-69B6-42D2-22185ED33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D6B7E-5175-14BB-A1BA-FD7AA9D04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4CFF5-9456-1505-A271-2C3D91AE5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78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D3091-3077-F697-25A4-B0F3DFD54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D0923-041A-65A1-0B11-60C2B88703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C15772-CA06-FBAF-B50D-3ED15EF4F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3AADB-76E8-29CD-1EB3-E73282156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8826A-2615-F3E7-7D38-0E3DFDD41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608B1-879A-20BC-3A5D-8CAF7F38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359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CD38-16E7-9633-06F0-6A8EBD71E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6E413-212B-673D-0B58-0C3581379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67C3C-3DC2-4E94-9DB5-36D7C6099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F9483E-1769-6CEA-5D1E-BE3F8A653C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F21EA8-E29B-B709-3CBD-AB4B703AF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356F65-1E60-B932-46B0-FAA9ADFF3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EF1940-6E2D-3890-4F06-6A4063498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0EE05F-F9B2-96D9-E9D9-32A1D5E2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97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58FD6-576E-5FB3-6A65-BA6F8E874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0415DE-6566-FEA1-BFB9-9CA14C483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11FDB-EF94-F23E-726D-E18504450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8AD829-A29C-A15D-2641-F39FC61BC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317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6BD858-F309-8950-B732-38D8F89F1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85E37B-186C-46B2-AABB-2804B3AA5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85A5D-CB62-0176-A05B-9676096D5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072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4C716-FF97-B165-E414-C2134F135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1407A-ADD5-7BFC-B5B1-4511D8A9A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702E6-AD92-B04B-DE2D-7AFD58B70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61832-15BE-863C-21A5-90DAAE73A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0D208-E495-1D89-CD52-AF1A02EC3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A3535-2ED4-A01D-A07B-45CACB72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34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777D6-339F-ABE2-A367-ADD55F803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EB314B-B90D-7ACD-2A9A-41822EF597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44A58-550B-D03F-D178-4422A8006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981BC-87F2-28C0-9019-27F2BB6D3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D515DA-B07A-0D46-D3C5-7BBD5529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907BF-AEA6-92C1-380C-60EE588EB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03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9B21C-B3BF-FF1C-7634-D0ED497B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F1408-D084-3A50-3BFB-9AF5A8F72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1A2C7-1A8B-356D-8253-95BE466D0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9BF69-BE1B-C4C1-E3A3-AC941E6AB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61564-5612-7515-A05F-FBD3C9B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87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46F584-6243-8E6C-B4FE-008D77614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4F5A8D-2AF9-FE96-2DD8-10D601D6A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1B223-A004-4D3C-635F-062D16342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7423C-DAF4-005A-D15D-4F991D3C5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C3A54-8163-D9BF-6A72-FFAE38EB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86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4D0796-B473-3237-6EFE-40F3610AA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AC214-A079-3DDB-B9D0-51DBFFA4B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75F25-B82C-9B2B-3526-B2716C2AC5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07EC7-1F0E-664A-BB84-5B4326A6F9F2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AD8C4-DABD-250E-A1D3-9C1AE2F35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4C61D-2095-1327-7F54-C98DD280CE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043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754A2C-5414-FFD6-BE3E-92B3FD6541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200" y="902370"/>
            <a:ext cx="6400800" cy="2743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376F39-192E-39A1-7900-7CD73E07E216}"/>
              </a:ext>
            </a:extLst>
          </p:cNvPr>
          <p:cNvSpPr txBox="1"/>
          <p:nvPr/>
        </p:nvSpPr>
        <p:spPr>
          <a:xfrm>
            <a:off x="1150616" y="2752226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(A)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6566FA-9C32-D8D9-9AB1-E97C72F7EB63}"/>
              </a:ext>
            </a:extLst>
          </p:cNvPr>
          <p:cNvSpPr/>
          <p:nvPr/>
        </p:nvSpPr>
        <p:spPr>
          <a:xfrm>
            <a:off x="6858000" y="229270"/>
            <a:ext cx="1170878" cy="3886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20E5A2-A29E-ED65-976C-342F27BD008A}"/>
              </a:ext>
            </a:extLst>
          </p:cNvPr>
          <p:cNvSpPr txBox="1"/>
          <p:nvPr/>
        </p:nvSpPr>
        <p:spPr>
          <a:xfrm>
            <a:off x="4159731" y="2752226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(B)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496D9C-D77C-CA1B-975B-A1622D969DB4}"/>
              </a:ext>
            </a:extLst>
          </p:cNvPr>
          <p:cNvSpPr/>
          <p:nvPr/>
        </p:nvSpPr>
        <p:spPr>
          <a:xfrm>
            <a:off x="10407805" y="330870"/>
            <a:ext cx="1170878" cy="3886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4B6E521-7F8C-0850-E488-72817B1B5FFE}"/>
              </a:ext>
            </a:extLst>
          </p:cNvPr>
          <p:cNvGrpSpPr/>
          <p:nvPr/>
        </p:nvGrpSpPr>
        <p:grpSpPr>
          <a:xfrm>
            <a:off x="4194567" y="1015435"/>
            <a:ext cx="1371600" cy="1371600"/>
            <a:chOff x="4159731" y="963960"/>
            <a:chExt cx="1371600" cy="13716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D2B1E63-7028-DC88-85A0-E0B9098FFDC5}"/>
                </a:ext>
              </a:extLst>
            </p:cNvPr>
            <p:cNvSpPr/>
            <p:nvPr/>
          </p:nvSpPr>
          <p:spPr>
            <a:xfrm>
              <a:off x="4409610" y="1158114"/>
              <a:ext cx="710853" cy="8239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8896493-0D56-98D7-B557-CCB45DAF36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4159731" y="963960"/>
              <a:ext cx="1371600" cy="1371600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6A1B158-3E4A-8E21-4272-3E1105653FAD}"/>
              </a:ext>
            </a:extLst>
          </p:cNvPr>
          <p:cNvGrpSpPr/>
          <p:nvPr/>
        </p:nvGrpSpPr>
        <p:grpSpPr>
          <a:xfrm>
            <a:off x="4289607" y="3541171"/>
            <a:ext cx="2085838" cy="437611"/>
            <a:chOff x="4329951" y="3534447"/>
            <a:chExt cx="2085838" cy="43761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3D7743C-A4C4-DBDD-779E-C5D83E377287}"/>
                </a:ext>
              </a:extLst>
            </p:cNvPr>
            <p:cNvSpPr/>
            <p:nvPr/>
          </p:nvSpPr>
          <p:spPr>
            <a:xfrm>
              <a:off x="4329951" y="3534447"/>
              <a:ext cx="2005149" cy="422635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8EDFAD1-9BAE-E08E-9746-21CCFA18B7E7}"/>
                </a:ext>
              </a:extLst>
            </p:cNvPr>
            <p:cNvSpPr txBox="1"/>
            <p:nvPr/>
          </p:nvSpPr>
          <p:spPr>
            <a:xfrm>
              <a:off x="4610948" y="3541171"/>
              <a:ext cx="180484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Helvetica" pitchFamily="2" charset="0"/>
                </a:rPr>
                <a:t>GMSL0.1         GMSL1.5</a:t>
              </a:r>
            </a:p>
            <a:p>
              <a:r>
                <a:rPr lang="en-US" sz="1100">
                  <a:latin typeface="Helvetica" pitchFamily="2" charset="0"/>
                </a:rPr>
                <a:t>GMSL0.3         GMSL3.5</a:t>
              </a:r>
              <a:endParaRPr lang="en-US" sz="1100" dirty="0">
                <a:latin typeface="Helvetica" pitchFamily="2" charset="0"/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2C8A928-A54D-0219-8CFE-1C1E9932E5D7}"/>
                </a:ext>
              </a:extLst>
            </p:cNvPr>
            <p:cNvCxnSpPr>
              <a:cxnSpLocks/>
            </p:cNvCxnSpPr>
            <p:nvPr/>
          </p:nvCxnSpPr>
          <p:spPr>
            <a:xfrm>
              <a:off x="4429191" y="3665742"/>
              <a:ext cx="249879" cy="0"/>
            </a:xfrm>
            <a:prstGeom prst="line">
              <a:avLst/>
            </a:prstGeom>
            <a:ln>
              <a:solidFill>
                <a:srgbClr val="5E3C9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160591A-676F-FD1C-C846-9EB2F7D927EA}"/>
                </a:ext>
              </a:extLst>
            </p:cNvPr>
            <p:cNvCxnSpPr>
              <a:cxnSpLocks/>
            </p:cNvCxnSpPr>
            <p:nvPr/>
          </p:nvCxnSpPr>
          <p:spPr>
            <a:xfrm>
              <a:off x="5376804" y="3658196"/>
              <a:ext cx="249879" cy="0"/>
            </a:xfrm>
            <a:prstGeom prst="line">
              <a:avLst/>
            </a:prstGeom>
            <a:ln>
              <a:solidFill>
                <a:srgbClr val="E661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09B4852-25D6-2879-C505-D4FA86E4777F}"/>
                </a:ext>
              </a:extLst>
            </p:cNvPr>
            <p:cNvCxnSpPr>
              <a:cxnSpLocks/>
            </p:cNvCxnSpPr>
            <p:nvPr/>
          </p:nvCxnSpPr>
          <p:spPr>
            <a:xfrm>
              <a:off x="4422467" y="3824865"/>
              <a:ext cx="222983" cy="0"/>
            </a:xfrm>
            <a:prstGeom prst="line">
              <a:avLst/>
            </a:prstGeom>
            <a:ln>
              <a:solidFill>
                <a:srgbClr val="B3ABD2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203DA22-6B7A-EB4B-0128-A7C97740AC8D}"/>
                </a:ext>
              </a:extLst>
            </p:cNvPr>
            <p:cNvCxnSpPr>
              <a:cxnSpLocks/>
            </p:cNvCxnSpPr>
            <p:nvPr/>
          </p:nvCxnSpPr>
          <p:spPr>
            <a:xfrm>
              <a:off x="5376804" y="3828524"/>
              <a:ext cx="222983" cy="0"/>
            </a:xfrm>
            <a:prstGeom prst="line">
              <a:avLst/>
            </a:prstGeom>
            <a:ln>
              <a:solidFill>
                <a:srgbClr val="FEB863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D51E523-F35B-5BF0-6B15-7BA132CE410A}"/>
              </a:ext>
            </a:extLst>
          </p:cNvPr>
          <p:cNvGrpSpPr/>
          <p:nvPr/>
        </p:nvGrpSpPr>
        <p:grpSpPr>
          <a:xfrm>
            <a:off x="1285158" y="3544532"/>
            <a:ext cx="2247207" cy="437611"/>
            <a:chOff x="4329951" y="3534447"/>
            <a:chExt cx="2247207" cy="43761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B96C0F-93D7-5D57-39C9-8143BA8FB107}"/>
                </a:ext>
              </a:extLst>
            </p:cNvPr>
            <p:cNvSpPr/>
            <p:nvPr/>
          </p:nvSpPr>
          <p:spPr>
            <a:xfrm>
              <a:off x="4329951" y="3534447"/>
              <a:ext cx="2005149" cy="422635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4F39B1B-F313-BF9B-8469-EEB736431B20}"/>
                </a:ext>
              </a:extLst>
            </p:cNvPr>
            <p:cNvSpPr txBox="1"/>
            <p:nvPr/>
          </p:nvSpPr>
          <p:spPr>
            <a:xfrm>
              <a:off x="4772317" y="3541171"/>
              <a:ext cx="180484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Helvetica" pitchFamily="2" charset="0"/>
                </a:rPr>
                <a:t>ICE6G + </a:t>
              </a:r>
              <a:r>
                <a:rPr lang="en-US" sz="1100" dirty="0" err="1">
                  <a:latin typeface="Helvetica" pitchFamily="2" charset="0"/>
                </a:rPr>
                <a:t>Schröder</a:t>
              </a:r>
              <a:endParaRPr lang="en-US" sz="1100" dirty="0">
                <a:latin typeface="Helvetica" pitchFamily="2" charset="0"/>
              </a:endParaRPr>
            </a:p>
            <a:p>
              <a:r>
                <a:rPr lang="en-US" sz="1100" dirty="0">
                  <a:latin typeface="Helvetica" pitchFamily="2" charset="0"/>
                </a:rPr>
                <a:t>timestep </a:t>
              </a:r>
              <a:r>
                <a:rPr lang="en-US" sz="1100" dirty="0" err="1">
                  <a:latin typeface="Helvetica" pitchFamily="2" charset="0"/>
                </a:rPr>
                <a:t>Δ</a:t>
              </a:r>
              <a:r>
                <a:rPr lang="en-US" sz="1100" i="1" dirty="0" err="1">
                  <a:latin typeface="Helvetica" pitchFamily="2" charset="0"/>
                </a:rPr>
                <a:t>t</a:t>
              </a:r>
              <a:endParaRPr lang="en-US" sz="1100" dirty="0">
                <a:latin typeface="Helvetica" pitchFamily="2" charset="0"/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51DA9B7-3444-BAF6-27B9-7D2846EAD903}"/>
                </a:ext>
              </a:extLst>
            </p:cNvPr>
            <p:cNvCxnSpPr>
              <a:cxnSpLocks/>
            </p:cNvCxnSpPr>
            <p:nvPr/>
          </p:nvCxnSpPr>
          <p:spPr>
            <a:xfrm>
              <a:off x="4496428" y="3665742"/>
              <a:ext cx="276245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71872B9-5708-E9B2-C1C9-B65DD85BBD5A}"/>
                </a:ext>
              </a:extLst>
            </p:cNvPr>
            <p:cNvCxnSpPr>
              <a:cxnSpLocks/>
            </p:cNvCxnSpPr>
            <p:nvPr/>
          </p:nvCxnSpPr>
          <p:spPr>
            <a:xfrm>
              <a:off x="4503155" y="3824865"/>
              <a:ext cx="282969" cy="0"/>
            </a:xfrm>
            <a:prstGeom prst="line">
              <a:avLst/>
            </a:prstGeom>
            <a:ln w="1587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38582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4351</TotalTime>
  <Words>15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Lau, Harriet</dc:creator>
  <cp:lastModifiedBy>Lau, Harriet</cp:lastModifiedBy>
  <cp:revision>13</cp:revision>
  <dcterms:created xsi:type="dcterms:W3CDTF">2025-09-11T13:11:44Z</dcterms:created>
  <dcterms:modified xsi:type="dcterms:W3CDTF">2026-01-12T18:33:51Z</dcterms:modified>
</cp:coreProperties>
</file>