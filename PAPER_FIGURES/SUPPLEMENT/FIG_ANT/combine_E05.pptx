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863"/>
    <a:srgbClr val="B3ABD2"/>
    <a:srgbClr val="E66100"/>
    <a:srgbClr val="5E3C99"/>
    <a:srgbClr val="1E77B4"/>
    <a:srgbClr val="FF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4"/>
  </p:normalViewPr>
  <p:slideViewPr>
    <p:cSldViewPr snapToGrid="0">
      <p:cViewPr varScale="1">
        <p:scale>
          <a:sx n="93" d="100"/>
          <a:sy n="93" d="100"/>
        </p:scale>
        <p:origin x="21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FB96E-AC30-6E4D-8FC1-08157B7BB763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34276-35A2-084C-B48A-DA971A77E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90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34276-35A2-084C-B48A-DA971A77E4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87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4F50-3463-DFA8-38D8-8B0C89DD3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E42C8-DECB-85C3-077A-423AC5530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2585-9C32-339C-FC96-873249ED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3E4A-6A76-33EE-DDD4-A048E1F3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6C07-38B4-9319-AC61-14D8C916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CC81-2B4A-2F12-E923-9BBCB767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7501-F19C-1C1B-5054-CFC97E84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334F4-5B9D-AA94-D919-4A1B5D0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65659-80CB-57A4-194B-9E943BE7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BE3A9-6868-0EBC-91FC-C0E551AA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0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846E-F45C-A388-A0AC-D21659D61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CB77D-40D7-8C67-1EF2-E33C2801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3DBF-CB53-69B6-42D2-22185ED3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6B7E-5175-14BB-A1BA-FD7AA9D0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CFF5-9456-1505-A271-2C3D91AE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7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3091-3077-F697-25A4-B0F3DFD5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D0923-041A-65A1-0B11-60C2B8870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15772-CA06-FBAF-B50D-3ED15EF4F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3AADB-76E8-29CD-1EB3-E7328215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8826A-2615-F3E7-7D38-0E3DFDD4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608B1-879A-20BC-3A5D-8CAF7F38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CD38-16E7-9633-06F0-6A8EBD71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E413-212B-673D-0B58-0C3581379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67C3C-3DC2-4E94-9DB5-36D7C6099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9483E-1769-6CEA-5D1E-BE3F8A653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21EA8-E29B-B709-3CBD-AB4B703AF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56F65-1E60-B932-46B0-FAA9ADFF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F1940-6E2D-3890-4F06-6A406349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EE05F-F9B2-96D9-E9D9-32A1D5E2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9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8FD6-576E-5FB3-6A65-BA6F8E87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415DE-6566-FEA1-BFB9-9CA14C48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11FDB-EF94-F23E-726D-E1850445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AD829-A29C-A15D-2641-F39FC61B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1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BD858-F309-8950-B732-38D8F89F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85E37B-186C-46B2-AABB-2804B3AA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85A5D-CB62-0176-A05B-9676096D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C716-FF97-B165-E414-C2134F13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407A-ADD5-7BFC-B5B1-4511D8A9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702E6-AD92-B04B-DE2D-7AFD58B70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61832-15BE-863C-21A5-90DAAE73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0D208-E495-1D89-CD52-AF1A02EC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A3535-2ED4-A01D-A07B-45CACB72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3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77D6-339F-ABE2-A367-ADD55F80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B314B-B90D-7ACD-2A9A-41822EF59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44A58-550B-D03F-D178-4422A8006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81BC-87F2-28C0-9019-27F2BB6D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515DA-B07A-0D46-D3C5-7BBD5529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907BF-AEA6-92C1-380C-60EE588E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B21C-B3BF-FF1C-7634-D0ED497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F1408-D084-3A50-3BFB-9AF5A8F72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1A2C7-1A8B-356D-8253-95BE466D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BF69-BE1B-C4C1-E3A3-AC941E6A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61564-5612-7515-A05F-FBD3C9B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6F584-6243-8E6C-B4FE-008D77614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F5A8D-2AF9-FE96-2DD8-10D601D6A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B223-A004-4D3C-635F-062D1634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423C-DAF4-005A-D15D-4F991D3C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3A54-8163-D9BF-6A72-FFAE38EB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D0796-B473-3237-6EFE-40F3610A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AC214-A079-3DDB-B9D0-51DBFFA4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5F25-B82C-9B2B-3526-B2716C2AC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AD8C4-DABD-250E-A1D3-9C1AE2F3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4C61D-2095-1327-7F54-C98DD280C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4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3496D9C-D77C-CA1B-975B-A1622D969DB4}"/>
              </a:ext>
            </a:extLst>
          </p:cNvPr>
          <p:cNvSpPr/>
          <p:nvPr/>
        </p:nvSpPr>
        <p:spPr>
          <a:xfrm>
            <a:off x="10407805" y="330870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260493-A916-A1AB-A9B2-1734A0F34500}"/>
              </a:ext>
            </a:extLst>
          </p:cNvPr>
          <p:cNvSpPr/>
          <p:nvPr/>
        </p:nvSpPr>
        <p:spPr>
          <a:xfrm>
            <a:off x="6936411" y="128739"/>
            <a:ext cx="507028" cy="202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4BD82A-27CB-42E8-7B87-C76C80B888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4822" y="772738"/>
            <a:ext cx="5486400" cy="5486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376F39-192E-39A1-7900-7CD73E07E216}"/>
              </a:ext>
            </a:extLst>
          </p:cNvPr>
          <p:cNvSpPr txBox="1"/>
          <p:nvPr/>
        </p:nvSpPr>
        <p:spPr>
          <a:xfrm>
            <a:off x="1901485" y="900089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(A) 3T − 3D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00BCB-30F0-9495-41BB-78B54CBB32AB}"/>
              </a:ext>
            </a:extLst>
          </p:cNvPr>
          <p:cNvSpPr txBox="1"/>
          <p:nvPr/>
        </p:nvSpPr>
        <p:spPr>
          <a:xfrm>
            <a:off x="4578679" y="900089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(B) 3D − 1D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4FEEE8-BE1F-DA51-4C33-2824292247B9}"/>
              </a:ext>
            </a:extLst>
          </p:cNvPr>
          <p:cNvSpPr txBox="1"/>
          <p:nvPr/>
        </p:nvSpPr>
        <p:spPr>
          <a:xfrm>
            <a:off x="1901485" y="3579613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(C) 1T − 1D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89F2CD-BBF5-3F6A-B76F-0D006BA6D4FA}"/>
              </a:ext>
            </a:extLst>
          </p:cNvPr>
          <p:cNvSpPr txBox="1"/>
          <p:nvPr/>
        </p:nvSpPr>
        <p:spPr>
          <a:xfrm>
            <a:off x="4580729" y="3579613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(D) 3T − 1D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68F057-9690-12F2-A731-B80154A1D697}"/>
              </a:ext>
            </a:extLst>
          </p:cNvPr>
          <p:cNvSpPr txBox="1"/>
          <p:nvPr/>
        </p:nvSpPr>
        <p:spPr>
          <a:xfrm>
            <a:off x="4631229" y="3131733"/>
            <a:ext cx="1535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−4.7 m to +1.3 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8DF31-8265-4443-AF4D-5DE79DA12A64}"/>
              </a:ext>
            </a:extLst>
          </p:cNvPr>
          <p:cNvSpPr txBox="1"/>
          <p:nvPr/>
        </p:nvSpPr>
        <p:spPr>
          <a:xfrm>
            <a:off x="1950942" y="5801113"/>
            <a:ext cx="1535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−7.9 m to +0.9 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59DEF-D396-DE24-4362-9C395136E4ED}"/>
              </a:ext>
            </a:extLst>
          </p:cNvPr>
          <p:cNvSpPr txBox="1"/>
          <p:nvPr/>
        </p:nvSpPr>
        <p:spPr>
          <a:xfrm>
            <a:off x="1964545" y="3124498"/>
            <a:ext cx="1431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−9.5 m to 1.5 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0CA5AF-1DCC-79C7-3BFB-7357CC1040E0}"/>
              </a:ext>
            </a:extLst>
          </p:cNvPr>
          <p:cNvSpPr txBox="1"/>
          <p:nvPr/>
        </p:nvSpPr>
        <p:spPr>
          <a:xfrm>
            <a:off x="4619598" y="5801112"/>
            <a:ext cx="1635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−14.1 m 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to +2.1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2D6A31-BCA3-3F32-1E3A-A316CE7C0A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841"/>
          <a:stretch/>
        </p:blipFill>
        <p:spPr>
          <a:xfrm>
            <a:off x="7221452" y="1318838"/>
            <a:ext cx="1414423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8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4409</TotalTime>
  <Words>52</Words>
  <Application>Microsoft Macintosh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Lau, Harriet</dc:creator>
  <cp:lastModifiedBy>Lau, Harriet</cp:lastModifiedBy>
  <cp:revision>27</cp:revision>
  <dcterms:created xsi:type="dcterms:W3CDTF">2025-09-11T13:11:44Z</dcterms:created>
  <dcterms:modified xsi:type="dcterms:W3CDTF">2025-12-03T15:29:52Z</dcterms:modified>
</cp:coreProperties>
</file>