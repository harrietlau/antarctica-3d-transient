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77B4"/>
    <a:srgbClr val="B32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0A6343-A62E-384A-A846-50EDB7754110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29115C-CB25-F145-BBAC-F596318323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162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229115C-CB25-F145-BBAC-F596318323A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028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8CC59-208D-1B20-2472-F5AAA32FF0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2332B8-DEA8-CD9A-A83F-694AEC50BB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8C7FE-8B01-F9C2-DCA8-CEEEAC5CF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8A8BC-4581-221B-D67F-B6C9A46B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6981-F9B1-18E9-D958-E1185D683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3159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2BB1-F289-5D4C-8D99-A6AC609F4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B97D0A-B5AB-86EE-D1B8-D012800529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2FC4C-A230-C0FD-B0B8-1276E809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D44402-6392-E026-D5C2-3C0071FED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FCF612-BF10-7596-8A6E-C8929A219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6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2827-74AD-497C-121B-57768110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0CB0A3-50C5-5F93-B55D-DD2455271B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EB97F-20D2-8B6B-1934-5CDD95310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3F1586-E4CC-ED3C-12EE-FB7E75CC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11537F-87FF-D717-264A-96E1E16DA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16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AA156-2DFA-F6A1-5D93-EA015D8CA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3ED58-42DE-A386-8B0E-76D07F37B0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DA0F0B-0179-954D-64E1-6A6AA934DF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D37B2-D88E-565D-4334-ABB4B01F7E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8A99FF-D391-A972-A4C9-77D47A8BF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CC5D41-F322-038D-C945-BC2B9F83E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158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92C3F-5593-6B49-51D5-437F4750D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B57D5-CCCC-65F1-9F2A-860B583B69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FCDF0D-B1CF-EA70-7192-C0AF71ECE7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166925-86E3-C613-C9CD-8068146D7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568320-CDC8-AE6E-D156-A9A39EB778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A8E5C3-19AA-BFD2-8E51-3375D4ED1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46374F-91B3-304F-EC48-B4623144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E8F082-3997-DFD1-ADA1-C04BA7F06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477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8C189-9FB8-F514-60E8-6051D6E2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0B3BC1-5849-DA65-0D08-26D173F3B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DA3A34-F12A-0DC5-6B4E-88C592916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F87F15-79CE-FBEB-2E97-3197A8F94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927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4E3546-6562-F228-8BBC-DB216FCFF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30E2AF-0E2D-2318-8ABE-D4B200078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0CC8-3D20-7DCE-BE7D-3DB8FC795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88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59DD2-F27C-2E89-EDCA-49171492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9F7A5E-B2D8-2B15-DC88-4FC318F542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89FDD0-29D9-CCA1-37EC-3D0E2E117F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261704-90B4-BB2C-9CF0-45D6DE47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FA9DF-5881-2D7F-08B8-7FB6131DA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3C15D7-9B99-EC2B-344D-A92D7348F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4298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438F5-52B5-CD82-F32E-230796E78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175286-ECCB-8320-66BA-21646875D1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637898-4FA1-D0F3-F8B2-5A36FD7859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BCEDA-4BEB-6768-EF43-8D9F6550B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17D9DD-8F65-B006-2945-6DB37FDB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122D85-973B-0914-1425-69E436061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698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4C8E2-E658-E599-13A0-C4FF88926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EF25E2-03CF-F14F-4D07-57896328C7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843787-E85A-2CD3-6DCD-A043D93D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761FA-5973-54CD-DB09-F47C29C7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0A9F9A-6D45-41E8-0922-0309099D9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67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2FC605-4630-46CA-66FA-AD4C7FD57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AAB6FC-385E-D3D0-0931-2BB58F491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15F8B8-B699-85F7-0F7F-37F244B0D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DF60F-5A47-764D-A478-686A2810E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AB0C-B14D-D51A-27F6-F2A73C5D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1154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523495-0556-280E-3075-E602270E7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8DDEAE-F0FD-BA81-0D11-8A45CA54F8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FB8EC-AB3C-7312-1763-09E331E061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F402E6-0DE6-514A-A2F2-7C094F3B8A6C}" type="datetimeFigureOut">
              <a:rPr lang="en-US" smtClean="0"/>
              <a:t>12/11/25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48108-A8DC-DD30-F5DF-B8FF1CDF25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6312B-AB02-0E60-C7FA-4B9A6269DA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AB8920-6489-0A45-A19B-E87C3C9705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52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emf"/><Relationship Id="rId3" Type="http://schemas.openxmlformats.org/officeDocument/2006/relationships/image" Target="../media/image1.emf"/><Relationship Id="rId7" Type="http://schemas.openxmlformats.org/officeDocument/2006/relationships/image" Target="../media/image5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emf"/><Relationship Id="rId11" Type="http://schemas.openxmlformats.org/officeDocument/2006/relationships/image" Target="../media/image9.emf"/><Relationship Id="rId5" Type="http://schemas.openxmlformats.org/officeDocument/2006/relationships/image" Target="../media/image3.emf"/><Relationship Id="rId10" Type="http://schemas.openxmlformats.org/officeDocument/2006/relationships/image" Target="../media/image8.emf"/><Relationship Id="rId4" Type="http://schemas.openxmlformats.org/officeDocument/2006/relationships/image" Target="../media/image2.emf"/><Relationship Id="rId9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F86655-5453-64D7-D879-305F47E15F71}"/>
              </a:ext>
            </a:extLst>
          </p:cNvPr>
          <p:cNvSpPr txBox="1"/>
          <p:nvPr/>
        </p:nvSpPr>
        <p:spPr>
          <a:xfrm>
            <a:off x="839284" y="590995"/>
            <a:ext cx="2698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(A) Generalized Maxwell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8FC01305-0D73-EED0-FF33-916C86BA4E63}"/>
              </a:ext>
            </a:extLst>
          </p:cNvPr>
          <p:cNvSpPr txBox="1"/>
          <p:nvPr/>
        </p:nvSpPr>
        <p:spPr>
          <a:xfrm>
            <a:off x="3973499" y="572113"/>
            <a:ext cx="20549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Helvetica" pitchFamily="2" charset="0"/>
              </a:rPr>
              <a:t>(B) Fitting Results</a:t>
            </a:r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60DEAB9-41BC-017F-405A-BADFEE94B4F8}"/>
              </a:ext>
            </a:extLst>
          </p:cNvPr>
          <p:cNvGrpSpPr/>
          <p:nvPr/>
        </p:nvGrpSpPr>
        <p:grpSpPr>
          <a:xfrm>
            <a:off x="1286827" y="1044742"/>
            <a:ext cx="2382929" cy="441001"/>
            <a:chOff x="1455974" y="1215000"/>
            <a:chExt cx="2382929" cy="441001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B4C5C8A-E506-0B1C-0983-7EEB97106629}"/>
                </a:ext>
              </a:extLst>
            </p:cNvPr>
            <p:cNvSpPr/>
            <p:nvPr/>
          </p:nvSpPr>
          <p:spPr>
            <a:xfrm>
              <a:off x="3044475" y="1221102"/>
              <a:ext cx="412222" cy="4287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F0B8215-4710-36C9-69D8-FD624E0B90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35" y="1221103"/>
              <a:ext cx="78225" cy="237517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67007810-702E-6390-93BE-4EDAD1FC5C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1544" y="1221103"/>
              <a:ext cx="144965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E9C3471-67CD-C6C4-4FC3-B7323E53E3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187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D06E38D3-360E-2A24-D35B-120F4B7E6E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2941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E185B4AC-2B32-6D1F-8DF3-D49A0F71F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9298" y="1438552"/>
              <a:ext cx="61796" cy="217449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AB438C7C-4280-1E6E-C76A-68CB753C9CC8}"/>
                </a:ext>
              </a:extLst>
            </p:cNvPr>
            <p:cNvCxnSpPr>
              <a:cxnSpLocks/>
            </p:cNvCxnSpPr>
            <p:nvPr/>
          </p:nvCxnSpPr>
          <p:spPr>
            <a:xfrm>
              <a:off x="2204033" y="1438552"/>
              <a:ext cx="840441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6B692AC-29FC-68C9-C05C-98B952631C50}"/>
                </a:ext>
              </a:extLst>
            </p:cNvPr>
            <p:cNvCxnSpPr>
              <a:cxnSpLocks/>
            </p:cNvCxnSpPr>
            <p:nvPr/>
          </p:nvCxnSpPr>
          <p:spPr>
            <a:xfrm>
              <a:off x="1455974" y="1469842"/>
              <a:ext cx="175637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694D8FE5-F29C-BEF2-CD0F-C17DD46CBF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970" y="1215000"/>
              <a:ext cx="0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1E7BF51-7C08-7D4A-6645-E9D2EFCD938F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215000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C23EA66-5418-3644-5CAB-40F47AF179DB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651372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B10607C2-A858-14F6-7CCD-0878893585BC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438311"/>
              <a:ext cx="595133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F13B846-F75B-6D28-4912-5375C29945A3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332384"/>
              <a:ext cx="0" cy="211853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11DAEB2-28DD-1AC4-C1E0-54F810AD9DF0}"/>
              </a:ext>
            </a:extLst>
          </p:cNvPr>
          <p:cNvGrpSpPr/>
          <p:nvPr/>
        </p:nvGrpSpPr>
        <p:grpSpPr>
          <a:xfrm>
            <a:off x="1273266" y="1817405"/>
            <a:ext cx="2382929" cy="441001"/>
            <a:chOff x="1455974" y="1215000"/>
            <a:chExt cx="2382929" cy="441001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9D6A6754-D686-C20E-8167-3A690019D114}"/>
                </a:ext>
              </a:extLst>
            </p:cNvPr>
            <p:cNvSpPr/>
            <p:nvPr/>
          </p:nvSpPr>
          <p:spPr>
            <a:xfrm>
              <a:off x="3044475" y="1221102"/>
              <a:ext cx="412222" cy="4287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09D2D6DD-EFFF-CB88-0207-F3729C6828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35" y="1221103"/>
              <a:ext cx="78225" cy="237517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9A379FE-04D7-C919-0CD7-A55D3D1BB6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1544" y="1221103"/>
              <a:ext cx="144965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D919D42D-A182-A0EB-8506-AFC808206E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187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4DA32115-C81A-9A00-F43B-C06F28B5AF1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2941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C472A548-E563-3782-3B6C-C45E0CDF75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9298" y="1438552"/>
              <a:ext cx="61796" cy="217449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B25C1DE-C710-955C-7557-E10A8B0D08F2}"/>
                </a:ext>
              </a:extLst>
            </p:cNvPr>
            <p:cNvCxnSpPr>
              <a:cxnSpLocks/>
            </p:cNvCxnSpPr>
            <p:nvPr/>
          </p:nvCxnSpPr>
          <p:spPr>
            <a:xfrm>
              <a:off x="2204033" y="1438552"/>
              <a:ext cx="840441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D099C43-7AED-7033-D0E3-86F8A110D94B}"/>
                </a:ext>
              </a:extLst>
            </p:cNvPr>
            <p:cNvCxnSpPr>
              <a:cxnSpLocks/>
            </p:cNvCxnSpPr>
            <p:nvPr/>
          </p:nvCxnSpPr>
          <p:spPr>
            <a:xfrm>
              <a:off x="1455974" y="1469842"/>
              <a:ext cx="175637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4CFD8CE-6251-CC11-DE76-4CFA837FB6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970" y="1215000"/>
              <a:ext cx="0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8D4AF45-2CEF-55E4-A14F-ED7DDA27E4DF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215000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414D90E-5D42-4A86-5400-0493B5989312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651372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A86932C-E2CE-4819-DFEB-B599FD3CC5BB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438311"/>
              <a:ext cx="595133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86F7B1D-5864-208B-8714-C04F20F69EA2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332384"/>
              <a:ext cx="0" cy="211853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EED290F0-3AF7-B9FA-5414-178373A90461}"/>
              </a:ext>
            </a:extLst>
          </p:cNvPr>
          <p:cNvGrpSpPr/>
          <p:nvPr/>
        </p:nvGrpSpPr>
        <p:grpSpPr>
          <a:xfrm>
            <a:off x="1269575" y="4645959"/>
            <a:ext cx="2382929" cy="441001"/>
            <a:chOff x="1455974" y="1215000"/>
            <a:chExt cx="2382929" cy="441001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8FEFBC0E-72E1-5A0D-8AC9-81D5B4B62381}"/>
                </a:ext>
              </a:extLst>
            </p:cNvPr>
            <p:cNvSpPr/>
            <p:nvPr/>
          </p:nvSpPr>
          <p:spPr>
            <a:xfrm>
              <a:off x="3044475" y="1221102"/>
              <a:ext cx="412222" cy="4287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97CBA97-9855-9578-95F1-FC77F7A653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35" y="1221103"/>
              <a:ext cx="78225" cy="237517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E1028D84-3E60-3911-21E6-D003B32724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1544" y="1221103"/>
              <a:ext cx="144965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DF18B1D7-21D3-C721-726D-0A0FABC214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187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604EC70A-69A2-1E31-6A99-8A450634E0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2941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2173389-B473-5236-08E1-8DDC364B168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9298" y="1438552"/>
              <a:ext cx="61796" cy="217449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086842C-8BBD-8DB1-CFAD-664EFA478841}"/>
                </a:ext>
              </a:extLst>
            </p:cNvPr>
            <p:cNvCxnSpPr>
              <a:cxnSpLocks/>
            </p:cNvCxnSpPr>
            <p:nvPr/>
          </p:nvCxnSpPr>
          <p:spPr>
            <a:xfrm>
              <a:off x="2204033" y="1438552"/>
              <a:ext cx="840441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98FBA397-C249-163A-EE2D-F92F20ED3D38}"/>
                </a:ext>
              </a:extLst>
            </p:cNvPr>
            <p:cNvCxnSpPr>
              <a:cxnSpLocks/>
            </p:cNvCxnSpPr>
            <p:nvPr/>
          </p:nvCxnSpPr>
          <p:spPr>
            <a:xfrm>
              <a:off x="1455974" y="1469842"/>
              <a:ext cx="175637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35DCD9F-E702-06AA-D349-00096DB56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970" y="1215000"/>
              <a:ext cx="0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57FEB131-C69D-3B59-B40D-8B52E96BF8CF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215000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F5F7F23-E7DE-E8AE-C4D1-38C69324F209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651372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731298E9-4C0D-1247-9282-D5EEFEB213C9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438311"/>
              <a:ext cx="595133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4D222C58-B612-5AA2-6D17-C8CC10DDF901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332384"/>
              <a:ext cx="0" cy="211853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CFA2B090-7C66-CE45-B958-5C10F40E9ED9}"/>
              </a:ext>
            </a:extLst>
          </p:cNvPr>
          <p:cNvCxnSpPr>
            <a:cxnSpLocks/>
          </p:cNvCxnSpPr>
          <p:nvPr/>
        </p:nvCxnSpPr>
        <p:spPr>
          <a:xfrm>
            <a:off x="1269575" y="1288362"/>
            <a:ext cx="0" cy="3612439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C8C85904-FF99-8BC6-F137-107309DE3613}"/>
              </a:ext>
            </a:extLst>
          </p:cNvPr>
          <p:cNvCxnSpPr>
            <a:cxnSpLocks/>
          </p:cNvCxnSpPr>
          <p:nvPr/>
        </p:nvCxnSpPr>
        <p:spPr>
          <a:xfrm>
            <a:off x="3681624" y="1261846"/>
            <a:ext cx="0" cy="3627733"/>
          </a:xfrm>
          <a:prstGeom prst="line">
            <a:avLst/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A7ED38A5-167A-A846-5734-F442418750DA}"/>
              </a:ext>
            </a:extLst>
          </p:cNvPr>
          <p:cNvCxnSpPr>
            <a:cxnSpLocks/>
          </p:cNvCxnSpPr>
          <p:nvPr/>
        </p:nvCxnSpPr>
        <p:spPr>
          <a:xfrm>
            <a:off x="1802722" y="3393073"/>
            <a:ext cx="0" cy="1046304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2" name="Picture 131">
            <a:extLst>
              <a:ext uri="{FF2B5EF4-FFF2-40B4-BE49-F238E27FC236}">
                <a16:creationId xmlns:a16="http://schemas.microsoft.com/office/drawing/2014/main" id="{A88A0FF8-2276-5F35-677D-24FA50645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5313" y="1545496"/>
            <a:ext cx="342900" cy="152400"/>
          </a:xfrm>
          <a:prstGeom prst="rect">
            <a:avLst/>
          </a:prstGeom>
        </p:spPr>
      </p:pic>
      <p:pic>
        <p:nvPicPr>
          <p:cNvPr id="133" name="Picture 132">
            <a:extLst>
              <a:ext uri="{FF2B5EF4-FFF2-40B4-BE49-F238E27FC236}">
                <a16:creationId xmlns:a16="http://schemas.microsoft.com/office/drawing/2014/main" id="{46F47061-42FA-D135-8718-65CD72C826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9700" y="1549365"/>
            <a:ext cx="901700" cy="152400"/>
          </a:xfrm>
          <a:prstGeom prst="rect">
            <a:avLst/>
          </a:prstGeom>
        </p:spPr>
      </p:pic>
      <p:pic>
        <p:nvPicPr>
          <p:cNvPr id="134" name="Picture 133">
            <a:extLst>
              <a:ext uri="{FF2B5EF4-FFF2-40B4-BE49-F238E27FC236}">
                <a16:creationId xmlns:a16="http://schemas.microsoft.com/office/drawing/2014/main" id="{F109856B-C462-99BA-7EF0-BB9CD6D05A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7863" y="2317459"/>
            <a:ext cx="177800" cy="127000"/>
          </a:xfrm>
          <a:prstGeom prst="rect">
            <a:avLst/>
          </a:prstGeom>
        </p:spPr>
      </p:pic>
      <p:pic>
        <p:nvPicPr>
          <p:cNvPr id="136" name="Picture 135">
            <a:extLst>
              <a:ext uri="{FF2B5EF4-FFF2-40B4-BE49-F238E27FC236}">
                <a16:creationId xmlns:a16="http://schemas.microsoft.com/office/drawing/2014/main" id="{2E87863B-5BE3-7E8F-CD5E-1718842B63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617" y="5139533"/>
            <a:ext cx="228600" cy="127000"/>
          </a:xfrm>
          <a:prstGeom prst="rect">
            <a:avLst/>
          </a:prstGeom>
        </p:spPr>
      </p:pic>
      <p:pic>
        <p:nvPicPr>
          <p:cNvPr id="137" name="Picture 136">
            <a:extLst>
              <a:ext uri="{FF2B5EF4-FFF2-40B4-BE49-F238E27FC236}">
                <a16:creationId xmlns:a16="http://schemas.microsoft.com/office/drawing/2014/main" id="{8C179754-32D8-C3F5-ACEE-5CF844AF44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44350" y="2313146"/>
            <a:ext cx="152400" cy="127000"/>
          </a:xfrm>
          <a:prstGeom prst="rect">
            <a:avLst/>
          </a:prstGeom>
        </p:spPr>
      </p:pic>
      <p:pic>
        <p:nvPicPr>
          <p:cNvPr id="139" name="Picture 138">
            <a:extLst>
              <a:ext uri="{FF2B5EF4-FFF2-40B4-BE49-F238E27FC236}">
                <a16:creationId xmlns:a16="http://schemas.microsoft.com/office/drawing/2014/main" id="{88AA714C-5AAE-74F7-5C09-8CA20905C3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29867" y="5139533"/>
            <a:ext cx="215900" cy="127000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A290FD7-4B60-FACD-5C3C-EAC62CC25119}"/>
              </a:ext>
            </a:extLst>
          </p:cNvPr>
          <p:cNvCxnSpPr>
            <a:cxnSpLocks/>
          </p:cNvCxnSpPr>
          <p:nvPr/>
        </p:nvCxnSpPr>
        <p:spPr>
          <a:xfrm>
            <a:off x="3074623" y="3393073"/>
            <a:ext cx="0" cy="1046304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0" name="Picture 59">
            <a:extLst>
              <a:ext uri="{FF2B5EF4-FFF2-40B4-BE49-F238E27FC236}">
                <a16:creationId xmlns:a16="http://schemas.microsoft.com/office/drawing/2014/main" id="{124DB357-FBE6-65F2-7CD7-26CB1CB9DA37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03759" y="1044742"/>
            <a:ext cx="4221790" cy="4221790"/>
          </a:xfrm>
          <a:prstGeom prst="rect">
            <a:avLst/>
          </a:prstGeom>
        </p:spPr>
      </p:pic>
      <p:grpSp>
        <p:nvGrpSpPr>
          <p:cNvPr id="65" name="Group 64">
            <a:extLst>
              <a:ext uri="{FF2B5EF4-FFF2-40B4-BE49-F238E27FC236}">
                <a16:creationId xmlns:a16="http://schemas.microsoft.com/office/drawing/2014/main" id="{95F430DF-22BC-7588-36ED-DE4383C38C0C}"/>
              </a:ext>
            </a:extLst>
          </p:cNvPr>
          <p:cNvGrpSpPr/>
          <p:nvPr/>
        </p:nvGrpSpPr>
        <p:grpSpPr>
          <a:xfrm>
            <a:off x="1286827" y="2579044"/>
            <a:ext cx="2382929" cy="441001"/>
            <a:chOff x="1455974" y="1215000"/>
            <a:chExt cx="2382929" cy="441001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92B7BB10-B50C-E873-7C1C-D61C5A4B5C66}"/>
                </a:ext>
              </a:extLst>
            </p:cNvPr>
            <p:cNvSpPr/>
            <p:nvPr/>
          </p:nvSpPr>
          <p:spPr>
            <a:xfrm>
              <a:off x="3044475" y="1221102"/>
              <a:ext cx="412222" cy="428785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4DDC96A9-9273-CE41-E45B-12C5A8AB70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36235" y="1221103"/>
              <a:ext cx="78225" cy="237517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5C96DAF9-67CE-EA69-07FC-AB7DEEBDFC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1544" y="1221103"/>
              <a:ext cx="144965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6569A2E-C84E-D7BA-6F61-85EE357DD5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715187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4484CCD9-7D91-0C37-4275-8AF21003189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992941" y="1221103"/>
              <a:ext cx="136357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16BBC13-4B59-C74E-2064-BE8AD8264F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29298" y="1438552"/>
              <a:ext cx="61796" cy="217449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EEBE66B4-CBCE-06F5-5AD7-E742B2BEFB2E}"/>
                </a:ext>
              </a:extLst>
            </p:cNvPr>
            <p:cNvCxnSpPr>
              <a:cxnSpLocks/>
            </p:cNvCxnSpPr>
            <p:nvPr/>
          </p:nvCxnSpPr>
          <p:spPr>
            <a:xfrm>
              <a:off x="2204033" y="1438552"/>
              <a:ext cx="840441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AF806EAF-F6A3-30AF-21A4-C5018A400E82}"/>
                </a:ext>
              </a:extLst>
            </p:cNvPr>
            <p:cNvCxnSpPr>
              <a:cxnSpLocks/>
            </p:cNvCxnSpPr>
            <p:nvPr/>
          </p:nvCxnSpPr>
          <p:spPr>
            <a:xfrm>
              <a:off x="1455974" y="1469842"/>
              <a:ext cx="175637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6B69BFC8-1807-CB1F-81B2-7E78339811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49970" y="1215000"/>
              <a:ext cx="0" cy="434898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8EFC6761-E67F-103A-56C7-9AA9281073CF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215000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8778F83-D276-205F-1D41-FB59BDD19DF6}"/>
                </a:ext>
              </a:extLst>
            </p:cNvPr>
            <p:cNvCxnSpPr>
              <a:cxnSpLocks/>
            </p:cNvCxnSpPr>
            <p:nvPr/>
          </p:nvCxnSpPr>
          <p:spPr>
            <a:xfrm>
              <a:off x="3050336" y="1651372"/>
              <a:ext cx="593548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E40143F-1992-9D32-BB0A-787323A3DE8E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438311"/>
              <a:ext cx="595133" cy="0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708F689A-96C5-5DEB-2284-8AC2168367D9}"/>
                </a:ext>
              </a:extLst>
            </p:cNvPr>
            <p:cNvCxnSpPr>
              <a:cxnSpLocks/>
            </p:cNvCxnSpPr>
            <p:nvPr/>
          </p:nvCxnSpPr>
          <p:spPr>
            <a:xfrm>
              <a:off x="3243770" y="1332384"/>
              <a:ext cx="0" cy="211853"/>
            </a:xfrm>
            <a:prstGeom prst="line">
              <a:avLst/>
            </a:prstGeom>
            <a:ln w="28575" cap="rnd"/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82" name="Picture 81">
            <a:extLst>
              <a:ext uri="{FF2B5EF4-FFF2-40B4-BE49-F238E27FC236}">
                <a16:creationId xmlns:a16="http://schemas.microsoft.com/office/drawing/2014/main" id="{FB144B80-8E2B-A9CE-70FC-CE45799A3E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88311" y="3094581"/>
            <a:ext cx="177800" cy="127000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4A71AF2C-87A9-DBF3-F6B0-3ADDE3EB07F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08311" y="3075759"/>
            <a:ext cx="152400" cy="12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74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</TotalTime>
  <Words>11</Words>
  <Application>Microsoft Macintosh PowerPoint</Application>
  <PresentationFormat>Widescreen</PresentationFormat>
  <Paragraphs>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Lau, Harriet</dc:creator>
  <cp:lastModifiedBy>Lau, Harriet</cp:lastModifiedBy>
  <cp:revision>20</cp:revision>
  <dcterms:created xsi:type="dcterms:W3CDTF">2025-09-10T20:03:05Z</dcterms:created>
  <dcterms:modified xsi:type="dcterms:W3CDTF">2025-12-11T17:30:22Z</dcterms:modified>
</cp:coreProperties>
</file>