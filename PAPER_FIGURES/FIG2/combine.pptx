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77B4"/>
    <a:srgbClr val="B32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A6343-A62E-384A-A846-50EDB7754110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9115C-CB25-F145-BBAC-F5963183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9115C-CB25-F145-BBAC-F596318323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CC59-208D-1B20-2472-F5AAA32FF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332B8-DEA8-CD9A-A83F-694AEC50B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C7FE-8B01-F9C2-DCA8-CEEEAC5C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A8BC-4581-221B-D67F-B6C9A46B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6981-F9B1-18E9-D958-E1185D68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1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2BB1-F289-5D4C-8D99-A6AC609F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7D0A-B5AB-86EE-D1B8-D0128005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FC4C-A230-C0FD-B0B8-1276E809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44402-6392-E026-D5C2-3C0071FE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CF612-BF10-7596-8A6E-C8929A21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6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2827-74AD-497C-121B-57768110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CB0A3-50C5-5F93-B55D-DD2455271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EB97F-20D2-8B6B-1934-5CDD9531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1586-E4CC-ED3C-12EE-FB7E75CC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1537F-87FF-D717-264A-96E1E16D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A156-2DFA-F6A1-5D93-EA015D8C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ED58-42DE-A386-8B0E-76D07F37B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0F0B-0179-954D-64E1-6A6AA934D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D37B2-D88E-565D-4334-ABB4B01F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A99FF-D391-A972-A4C9-77D47A8B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C5D41-F322-038D-C945-BC2B9F83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5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2C3F-5593-6B49-51D5-437F4750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57D5-CCCC-65F1-9F2A-860B583B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CDF0D-B1CF-EA70-7192-C0AF71ECE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66925-86E3-C613-C9CD-8068146D7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8320-CDC8-AE6E-D156-A9A39EB77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8E5C3-19AA-BFD2-8E51-3375D4ED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6374F-91B3-304F-EC48-B4623144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8F082-3997-DFD1-ADA1-C04BA7F0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7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C189-9FB8-F514-60E8-6051D6E2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B3BC1-5849-DA65-0D08-26D173F3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A3A34-F12A-0DC5-6B4E-88C59291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87F15-79CE-FBEB-2E97-3197A8F9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2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E3546-6562-F228-8BBC-DB216FCF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0E2AF-0E2D-2318-8ABE-D4B20007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0CC8-3D20-7DCE-BE7D-3DB8FC79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9DD2-F27C-2E89-EDCA-49171492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F7A5E-B2D8-2B15-DC88-4FC318F54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FDD0-29D9-CCA1-37EC-3D0E2E117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61704-90B4-BB2C-9CF0-45D6DE47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FA9DF-5881-2D7F-08B8-7FB6131D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C15D7-9B99-EC2B-344D-A92D7348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38F5-52B5-CD82-F32E-230796E7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75286-ECCB-8320-66BA-21646875D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37898-4FA1-D0F3-F8B2-5A36FD785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CEDA-4BEB-6768-EF43-8D9F6550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7D9DD-8F65-B006-2945-6DB37FDB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22D85-973B-0914-1425-69E43606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C8E2-E658-E599-13A0-C4FF8892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F25E2-03CF-F14F-4D07-57896328C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3787-E85A-2CD3-6DCD-A043D93D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761FA-5973-54CD-DB09-F47C29C7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9F9A-6D45-41E8-0922-0309099D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6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FC605-4630-46CA-66FA-AD4C7FD57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AB6FC-385E-D3D0-0931-2BB58F491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F8B8-B699-85F7-0F7F-37F244B0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DF60F-5A47-764D-A478-686A2810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AB0C-B14D-D51A-27F6-F2A73C5D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23495-0556-280E-3075-E602270E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DDEAE-F0FD-BA81-0D11-8A45CA54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FB8EC-AB3C-7312-1763-09E331E0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402E6-0DE6-514A-A2F2-7C094F3B8A6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48108-A8DC-DD30-F5DF-B8FF1CDF2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6312B-AB02-0E60-C7FA-4B9A6269D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2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F16551E-60C0-D924-28AE-635B96E74F33}"/>
              </a:ext>
            </a:extLst>
          </p:cNvPr>
          <p:cNvGrpSpPr/>
          <p:nvPr/>
        </p:nvGrpSpPr>
        <p:grpSpPr>
          <a:xfrm>
            <a:off x="677917" y="3445529"/>
            <a:ext cx="3235071" cy="1851775"/>
            <a:chOff x="677917" y="3826529"/>
            <a:chExt cx="3235071" cy="1851775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76A52932-35A6-7CD9-08B5-EDB5E5EA2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64988" y="3826529"/>
              <a:ext cx="3048000" cy="1828800"/>
            </a:xfrm>
            <a:prstGeom prst="rect">
              <a:avLst/>
            </a:prstGeom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2C785846-806A-32E3-81BF-39EC82214B9E}"/>
                </a:ext>
              </a:extLst>
            </p:cNvPr>
            <p:cNvSpPr/>
            <p:nvPr/>
          </p:nvSpPr>
          <p:spPr>
            <a:xfrm>
              <a:off x="677917" y="4398579"/>
              <a:ext cx="370490" cy="528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B4DB47C-B736-35F4-8CCE-15DD60F82252}"/>
                </a:ext>
              </a:extLst>
            </p:cNvPr>
            <p:cNvSpPr/>
            <p:nvPr/>
          </p:nvSpPr>
          <p:spPr>
            <a:xfrm>
              <a:off x="2178329" y="5453584"/>
              <a:ext cx="661200" cy="20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77F73B5-0BF6-9B4A-2091-1F01A4F5E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6759" y="5487804"/>
              <a:ext cx="406400" cy="19050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5B6A814-5DEF-FEE9-A440-59FAC045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714704" y="4621924"/>
              <a:ext cx="419100" cy="1905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F86655-5453-64D7-D879-305F47E15F71}"/>
              </a:ext>
            </a:extLst>
          </p:cNvPr>
          <p:cNvSpPr txBox="1"/>
          <p:nvPr/>
        </p:nvSpPr>
        <p:spPr>
          <a:xfrm>
            <a:off x="613317" y="65792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60DEAB9-41BC-017F-405A-BADFEE94B4F8}"/>
              </a:ext>
            </a:extLst>
          </p:cNvPr>
          <p:cNvGrpSpPr/>
          <p:nvPr/>
        </p:nvGrpSpPr>
        <p:grpSpPr>
          <a:xfrm>
            <a:off x="1286827" y="1044742"/>
            <a:ext cx="2382929" cy="441001"/>
            <a:chOff x="1455974" y="1215000"/>
            <a:chExt cx="2382929" cy="44100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B4C5C8A-E506-0B1C-0983-7EEB97106629}"/>
                </a:ext>
              </a:extLst>
            </p:cNvPr>
            <p:cNvSpPr/>
            <p:nvPr/>
          </p:nvSpPr>
          <p:spPr>
            <a:xfrm>
              <a:off x="3044475" y="1221102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0B8215-4710-36C9-69D8-FD624E0B9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35" y="1221103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007810-702E-6390-93BE-4EDAD1FC5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544" y="1221103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E9C3471-67CD-C6C4-4FC3-B7323E53E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187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6E38D3-360E-2A24-D35B-120F4B7E6E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2941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85B4AC-2B32-6D1F-8DF3-D49A0F71F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9298" y="1438552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438C7C-4280-1E6E-C76A-68CB753C9CC8}"/>
                </a:ext>
              </a:extLst>
            </p:cNvPr>
            <p:cNvCxnSpPr>
              <a:cxnSpLocks/>
            </p:cNvCxnSpPr>
            <p:nvPr/>
          </p:nvCxnSpPr>
          <p:spPr>
            <a:xfrm>
              <a:off x="2204033" y="1438552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6B692AC-29FC-68C9-C05C-98B952631C50}"/>
                </a:ext>
              </a:extLst>
            </p:cNvPr>
            <p:cNvCxnSpPr>
              <a:cxnSpLocks/>
            </p:cNvCxnSpPr>
            <p:nvPr/>
          </p:nvCxnSpPr>
          <p:spPr>
            <a:xfrm>
              <a:off x="1455974" y="1469842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94D8FE5-F29C-BEF2-CD0F-C17DD46CBF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970" y="1215000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1E7BF51-7C08-7D4A-6645-E9D2EFCD938F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215000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23EA66-5418-3644-5CAB-40F47AF179DB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651372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10607C2-A858-14F6-7CCD-0878893585BC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438311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13B846-F75B-6D28-4912-5375C29945A3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332384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7BCABF7-5B08-6D67-5B63-61E24515435F}"/>
              </a:ext>
            </a:extLst>
          </p:cNvPr>
          <p:cNvGrpSpPr/>
          <p:nvPr/>
        </p:nvGrpSpPr>
        <p:grpSpPr>
          <a:xfrm>
            <a:off x="1286827" y="2334545"/>
            <a:ext cx="2382929" cy="478766"/>
            <a:chOff x="1449158" y="1847320"/>
            <a:chExt cx="2382929" cy="47876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934126B-F447-ECFC-42EF-3C59DF4C2973}"/>
                </a:ext>
              </a:extLst>
            </p:cNvPr>
            <p:cNvSpPr/>
            <p:nvPr/>
          </p:nvSpPr>
          <p:spPr>
            <a:xfrm>
              <a:off x="3037659" y="1868619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8B9A961-218C-0881-F6D4-8F9CAC275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9419" y="1868620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CC1E188-098B-06F1-5DCF-767835381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4728" y="1868620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255CE25-E8A1-59FD-4C42-B3B0EAF0B6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08371" y="1868620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B909EE-F9CD-D794-3D1C-D9ED496C92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6125" y="1868620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2642467E-E714-1826-7594-453DBF866B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2482" y="2086069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86FE8B7-8A46-41E2-DB7F-8297298DA235}"/>
                </a:ext>
              </a:extLst>
            </p:cNvPr>
            <p:cNvCxnSpPr>
              <a:cxnSpLocks/>
            </p:cNvCxnSpPr>
            <p:nvPr/>
          </p:nvCxnSpPr>
          <p:spPr>
            <a:xfrm>
              <a:off x="2197217" y="2086069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C556D2F-EA2F-6378-8BF1-BFE4D94FE742}"/>
                </a:ext>
              </a:extLst>
            </p:cNvPr>
            <p:cNvCxnSpPr>
              <a:cxnSpLocks/>
            </p:cNvCxnSpPr>
            <p:nvPr/>
          </p:nvCxnSpPr>
          <p:spPr>
            <a:xfrm>
              <a:off x="1449158" y="2117359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6C8CDF5-3AAF-707C-3CA3-1ED7A28DD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3154" y="1862517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FFF6CB9-2D7C-8CAD-E911-D22A430C9574}"/>
                </a:ext>
              </a:extLst>
            </p:cNvPr>
            <p:cNvCxnSpPr>
              <a:cxnSpLocks/>
            </p:cNvCxnSpPr>
            <p:nvPr/>
          </p:nvCxnSpPr>
          <p:spPr>
            <a:xfrm>
              <a:off x="3043520" y="1862517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9D58FA2-D3A2-55BA-4FD3-5C1C781D62CA}"/>
                </a:ext>
              </a:extLst>
            </p:cNvPr>
            <p:cNvCxnSpPr>
              <a:cxnSpLocks/>
            </p:cNvCxnSpPr>
            <p:nvPr/>
          </p:nvCxnSpPr>
          <p:spPr>
            <a:xfrm>
              <a:off x="3043520" y="2298889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9A83A7E-9197-319A-3EF4-F76DF4F04D93}"/>
                </a:ext>
              </a:extLst>
            </p:cNvPr>
            <p:cNvCxnSpPr>
              <a:cxnSpLocks/>
            </p:cNvCxnSpPr>
            <p:nvPr/>
          </p:nvCxnSpPr>
          <p:spPr>
            <a:xfrm>
              <a:off x="3236954" y="2085828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4054E2D-CB18-17EF-DDBA-D1A73F30803A}"/>
                </a:ext>
              </a:extLst>
            </p:cNvPr>
            <p:cNvCxnSpPr>
              <a:cxnSpLocks/>
            </p:cNvCxnSpPr>
            <p:nvPr/>
          </p:nvCxnSpPr>
          <p:spPr>
            <a:xfrm>
              <a:off x="3236954" y="1979901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1A41496-ED1B-E0A7-1DEE-6B9A96842E09}"/>
                </a:ext>
              </a:extLst>
            </p:cNvPr>
            <p:cNvSpPr/>
            <p:nvPr/>
          </p:nvSpPr>
          <p:spPr>
            <a:xfrm>
              <a:off x="2364308" y="1847320"/>
              <a:ext cx="478766" cy="47876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28F76C4-8940-A6CA-86CF-9A2348927ECE}"/>
              </a:ext>
            </a:extLst>
          </p:cNvPr>
          <p:cNvSpPr txBox="1"/>
          <p:nvPr/>
        </p:nvSpPr>
        <p:spPr>
          <a:xfrm>
            <a:off x="2007250" y="698222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Maxwell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56581B8F-3B48-8C50-5BD1-BB1CAAA59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1233" y="1557255"/>
            <a:ext cx="152400" cy="1270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D86DE0E-6CC4-EC7C-6361-B77ED2379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5270" y="1540350"/>
            <a:ext cx="304800" cy="1524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B01CF2D-9F74-6889-758B-9183044F3D0D}"/>
              </a:ext>
            </a:extLst>
          </p:cNvPr>
          <p:cNvSpPr txBox="1"/>
          <p:nvPr/>
        </p:nvSpPr>
        <p:spPr>
          <a:xfrm>
            <a:off x="1986254" y="1728483"/>
            <a:ext cx="967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additional transient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8F6275B-ACA0-8D31-F1C3-8D1430EFB838}"/>
              </a:ext>
            </a:extLst>
          </p:cNvPr>
          <p:cNvSpPr txBox="1"/>
          <p:nvPr/>
        </p:nvSpPr>
        <p:spPr>
          <a:xfrm>
            <a:off x="613316" y="313310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68C5CC00-5375-3697-40B1-2E14857AD4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9712" y="3650017"/>
            <a:ext cx="203200" cy="114300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8FC01305-0D73-EED0-FF33-916C86BA4E63}"/>
              </a:ext>
            </a:extLst>
          </p:cNvPr>
          <p:cNvSpPr txBox="1"/>
          <p:nvPr/>
        </p:nvSpPr>
        <p:spPr>
          <a:xfrm>
            <a:off x="4168084" y="650646"/>
            <a:ext cx="205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Hot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5C6701-7F4B-E4C1-5313-6FA4EEBAC52F}"/>
              </a:ext>
            </a:extLst>
          </p:cNvPr>
          <p:cNvSpPr txBox="1"/>
          <p:nvPr/>
        </p:nvSpPr>
        <p:spPr>
          <a:xfrm>
            <a:off x="4174495" y="3133107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Cold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53A828F-436D-77A6-6C6F-B1A4C6ECC4DA}"/>
              </a:ext>
            </a:extLst>
          </p:cNvPr>
          <p:cNvGrpSpPr/>
          <p:nvPr/>
        </p:nvGrpSpPr>
        <p:grpSpPr>
          <a:xfrm>
            <a:off x="4201497" y="3443704"/>
            <a:ext cx="3230294" cy="1838514"/>
            <a:chOff x="4905327" y="985755"/>
            <a:chExt cx="3230294" cy="183851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1C40698-528E-9ACF-62F8-26F028348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087621" y="985755"/>
              <a:ext cx="3048000" cy="1828800"/>
            </a:xfrm>
            <a:prstGeom prst="rect">
              <a:avLst/>
            </a:prstGeom>
          </p:spPr>
        </p:pic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9EE1EC94-93FB-8D26-DB49-92FE5D32C35C}"/>
                </a:ext>
              </a:extLst>
            </p:cNvPr>
            <p:cNvSpPr/>
            <p:nvPr/>
          </p:nvSpPr>
          <p:spPr>
            <a:xfrm>
              <a:off x="4905327" y="1544544"/>
              <a:ext cx="370490" cy="528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49CB10-AA43-749D-E6EB-0A62EF3614B8}"/>
                </a:ext>
              </a:extLst>
            </p:cNvPr>
            <p:cNvSpPr/>
            <p:nvPr/>
          </p:nvSpPr>
          <p:spPr>
            <a:xfrm>
              <a:off x="6405739" y="2599549"/>
              <a:ext cx="661200" cy="20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D3464E58-6479-6A4F-9A75-2CDCAEE4D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94169" y="2633769"/>
              <a:ext cx="406400" cy="190500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0A3C1BC4-631A-F8E2-E9B5-0B710E354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4942114" y="1767889"/>
              <a:ext cx="419100" cy="190500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DB369B10-EEEA-D530-5861-E2FBC5C71EBA}"/>
              </a:ext>
            </a:extLst>
          </p:cNvPr>
          <p:cNvGrpSpPr/>
          <p:nvPr/>
        </p:nvGrpSpPr>
        <p:grpSpPr>
          <a:xfrm>
            <a:off x="4204316" y="1076689"/>
            <a:ext cx="3227475" cy="1847898"/>
            <a:chOff x="6269828" y="4209455"/>
            <a:chExt cx="3227475" cy="1847898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76735BE1-9ABD-42A0-6E0F-F72C8D65D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6449303" y="4209455"/>
              <a:ext cx="3048000" cy="1828800"/>
            </a:xfrm>
            <a:prstGeom prst="rect">
              <a:avLst/>
            </a:prstGeom>
          </p:spPr>
        </p:pic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4BFB47AB-BA72-439A-112B-B6CDF5F204F9}"/>
                </a:ext>
              </a:extLst>
            </p:cNvPr>
            <p:cNvSpPr/>
            <p:nvPr/>
          </p:nvSpPr>
          <p:spPr>
            <a:xfrm>
              <a:off x="6269828" y="4777628"/>
              <a:ext cx="370490" cy="5281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20F4EB0-3D89-0322-4337-014AE7C1C7C5}"/>
                </a:ext>
              </a:extLst>
            </p:cNvPr>
            <p:cNvSpPr/>
            <p:nvPr/>
          </p:nvSpPr>
          <p:spPr>
            <a:xfrm>
              <a:off x="7770240" y="5832633"/>
              <a:ext cx="661200" cy="2017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D41A5E50-B698-9761-2FA1-9950A94FD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8670" y="5866853"/>
              <a:ext cx="406400" cy="190500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2B0A5606-2B33-4871-F9C4-DAD181767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200000">
              <a:off x="6306615" y="5000973"/>
              <a:ext cx="419100" cy="190500"/>
            </a:xfrm>
            <a:prstGeom prst="rect">
              <a:avLst/>
            </a:prstGeom>
          </p:spPr>
        </p:pic>
      </p:grpSp>
      <p:sp>
        <p:nvSpPr>
          <p:cNvPr id="90" name="Freeform 89">
            <a:extLst>
              <a:ext uri="{FF2B5EF4-FFF2-40B4-BE49-F238E27FC236}">
                <a16:creationId xmlns:a16="http://schemas.microsoft.com/office/drawing/2014/main" id="{52B82EAF-9433-52B9-CEAC-AA083D888DE7}"/>
              </a:ext>
            </a:extLst>
          </p:cNvPr>
          <p:cNvSpPr/>
          <p:nvPr/>
        </p:nvSpPr>
        <p:spPr>
          <a:xfrm>
            <a:off x="2078535" y="2883922"/>
            <a:ext cx="338958" cy="1149670"/>
          </a:xfrm>
          <a:custGeom>
            <a:avLst/>
            <a:gdLst>
              <a:gd name="connsiteX0" fmla="*/ 338958 w 338958"/>
              <a:gd name="connsiteY0" fmla="*/ 0 h 1095703"/>
              <a:gd name="connsiteX1" fmla="*/ 204951 w 338958"/>
              <a:gd name="connsiteY1" fmla="*/ 764627 h 1095703"/>
              <a:gd name="connsiteX2" fmla="*/ 0 w 338958"/>
              <a:gd name="connsiteY2" fmla="*/ 1095703 h 1095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8958" h="1095703">
                <a:moveTo>
                  <a:pt x="338958" y="0"/>
                </a:moveTo>
                <a:cubicBezTo>
                  <a:pt x="300201" y="291005"/>
                  <a:pt x="261444" y="582010"/>
                  <a:pt x="204951" y="764627"/>
                </a:cubicBezTo>
                <a:cubicBezTo>
                  <a:pt x="148458" y="947244"/>
                  <a:pt x="36786" y="1047093"/>
                  <a:pt x="0" y="1095703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867B01CA-B4C3-7BE9-537B-2CE0C3BDF6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04872" y="1005931"/>
            <a:ext cx="203200" cy="114300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565B91D9-0617-16C7-084D-04EAC6D47B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400" y="3383042"/>
            <a:ext cx="203200" cy="114300"/>
          </a:xfrm>
          <a:prstGeom prst="rect">
            <a:avLst/>
          </a:prstGeom>
        </p:spPr>
      </p:pic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A2EDC3BC-1AA5-84DB-2224-C435DC3D966B}"/>
              </a:ext>
            </a:extLst>
          </p:cNvPr>
          <p:cNvCxnSpPr>
            <a:cxnSpLocks/>
          </p:cNvCxnSpPr>
          <p:nvPr/>
        </p:nvCxnSpPr>
        <p:spPr>
          <a:xfrm flipH="1">
            <a:off x="5828509" y="1074189"/>
            <a:ext cx="128016" cy="0"/>
          </a:xfrm>
          <a:prstGeom prst="straightConnector1">
            <a:avLst/>
          </a:prstGeom>
          <a:ln w="12700">
            <a:solidFill>
              <a:srgbClr val="B32221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E7DF290-BB99-4E6A-36CE-C12A1F45CF6B}"/>
              </a:ext>
            </a:extLst>
          </p:cNvPr>
          <p:cNvCxnSpPr>
            <a:cxnSpLocks/>
          </p:cNvCxnSpPr>
          <p:nvPr/>
        </p:nvCxnSpPr>
        <p:spPr>
          <a:xfrm>
            <a:off x="5966772" y="3453126"/>
            <a:ext cx="128016" cy="0"/>
          </a:xfrm>
          <a:prstGeom prst="straightConnector1">
            <a:avLst/>
          </a:prstGeom>
          <a:ln w="12700">
            <a:solidFill>
              <a:srgbClr val="1E77B4"/>
            </a:solidFill>
            <a:headEnd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F5BFF83-9835-5B83-EDDC-0D4426C0C58E}"/>
              </a:ext>
            </a:extLst>
          </p:cNvPr>
          <p:cNvCxnSpPr>
            <a:cxnSpLocks/>
          </p:cNvCxnSpPr>
          <p:nvPr/>
        </p:nvCxnSpPr>
        <p:spPr>
          <a:xfrm>
            <a:off x="5527778" y="1533616"/>
            <a:ext cx="0" cy="124848"/>
          </a:xfrm>
          <a:prstGeom prst="straightConnector1">
            <a:avLst/>
          </a:prstGeom>
          <a:ln>
            <a:solidFill>
              <a:srgbClr val="B3222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66082B7-6C2E-32B2-1FE8-23CACC7433DB}"/>
              </a:ext>
            </a:extLst>
          </p:cNvPr>
          <p:cNvCxnSpPr>
            <a:cxnSpLocks/>
          </p:cNvCxnSpPr>
          <p:nvPr/>
        </p:nvCxnSpPr>
        <p:spPr>
          <a:xfrm>
            <a:off x="5527778" y="1681418"/>
            <a:ext cx="0" cy="271974"/>
          </a:xfrm>
          <a:prstGeom prst="straightConnector1">
            <a:avLst/>
          </a:prstGeom>
          <a:ln>
            <a:solidFill>
              <a:srgbClr val="B3222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879D03F-53C4-F19B-30F4-A5E118DF866A}"/>
              </a:ext>
            </a:extLst>
          </p:cNvPr>
          <p:cNvCxnSpPr>
            <a:cxnSpLocks/>
          </p:cNvCxnSpPr>
          <p:nvPr/>
        </p:nvCxnSpPr>
        <p:spPr>
          <a:xfrm flipV="1">
            <a:off x="5714143" y="3648629"/>
            <a:ext cx="0" cy="233893"/>
          </a:xfrm>
          <a:prstGeom prst="straightConnector1">
            <a:avLst/>
          </a:prstGeom>
          <a:ln>
            <a:solidFill>
              <a:srgbClr val="1E77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3AE0406-F883-C748-7C93-07076AF240BF}"/>
              </a:ext>
            </a:extLst>
          </p:cNvPr>
          <p:cNvCxnSpPr/>
          <p:nvPr/>
        </p:nvCxnSpPr>
        <p:spPr>
          <a:xfrm>
            <a:off x="5783250" y="3655160"/>
            <a:ext cx="0" cy="233893"/>
          </a:xfrm>
          <a:prstGeom prst="straightConnector1">
            <a:avLst/>
          </a:prstGeom>
          <a:ln>
            <a:solidFill>
              <a:srgbClr val="1E77B4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74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18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8</cp:revision>
  <dcterms:created xsi:type="dcterms:W3CDTF">2025-09-10T20:03:05Z</dcterms:created>
  <dcterms:modified xsi:type="dcterms:W3CDTF">2025-11-19T14:13:03Z</dcterms:modified>
</cp:coreProperties>
</file>